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Deck Narrator. It turns a PowerPoint deck into a narrated video, and the speaker notes are the script. There's no recording, no microphone, and no account, and everything runs on your own computer. By the way, this video was made by Deck Narrator, from this deck, so every voice you hear is the app itself. Let's take the tour.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whole idea, in three steps. [click] First, you write what you want said in each slide's speaker notes. [click] Second, you pick a voice. [click] And third, you press Make video. Deck Narrator draws every slide, speaks its notes, and joins it all into one video file, ready to share.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get started, [click] download the installer from the project's Releases page on GitHub. [click] Run it. The voices come included, so there's nothing else to download. [click] Then open Deck Narrator from the Start menu. It opens on the Deck tab.</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video starts on the Deck tab. Choose your deck with Browse, or paste its path. [click] Here's one chosen: a small demo deck that comes with Deck Narrator. Save video as is optional. Leave it blank, and the video is saved next to the deck, with the same name. Only slides makes a video of just part of the deck, like slides three to five. Hidden slides are always skipped.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Voice tab, you pick the narrator. [click] Open the list, and there are more than two dozen voices. Each name starts with a for American, or b for British, then f or m. The default is Heart, the voice you're hearing now. [click] Here, I've picked Adam. [voice: am_adam] Hi, I'm Adam, one of the American male voices. [voice: bf_emma] And I'm Emma, one of the British voices. [voice: am_michael] And I'm Michael. We can take turns in one video, as you'll see. [voice: default] Thanks, everyone.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hear a voice before you use it, type anything in Try it, and press Play sample. The built-in sentence, Hello! This is how your deck will sound, plays instantly, in every voice, because the installer comes with those already recorded. [click] The Log tab confirms it, with the words: from the saved copy.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sentence of your own is new. [click] So the first time, it's synthesized, which takes a few seconds on an ordinary processor. You can see Synthesizing the sample, at the bottom. [click] When it's done, the log says how long the sample is. [click] Press Play sample again, and it's instant: from the saved copy. Deck Narrator keeps the newest two hundred samples.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speaker notes are the script, word for word, and punctuation sets the pace: a comma is a short pause, and a period a longer one. Three kinds of square brackets do something special. [click] A click marker reveals the slide's next animation, right when the narration gets to it. That's how these boxes are appearing now. [click] A voice marker switches narrator. [voice: bf_emma] Like this. I'll keep talking until someone switches back. [voice: default] [click] And a word in brackets, followed by its phonemes in parentheses, sets how that one word is said. You'll rarely type those yourself: Check pronunciation writes them for you. Any other bracketed note, like pause, or laughs, is simply skipped, so notes you wrote for presenting live still work.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make the video, Check builds shows how your click markers line up with the deck's animations. For every slide, it lists each build state, what appears at each click, and exactly which words are spoken while it's on screen. If the counts don't match, it says what will happen, so there are no surprises.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Press Make video, and the Log tab shows each step. First, the slides are drawn, once for each build state. [click] All four passes done. [click] Next, the voice model loads. [click] Then each slide's narration is spoken, one slide at a time, with the progress bar moving along. [click] The voices' loudness is measured and matched, [click] and the video is encoded. [click] Done. This five slide demo deck took under a minute, with no graphics card at all.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video opens the result. Here's the demo deck playing, its bullets appearing one by one as the narration goes. [click] On the next slide, box A is on screen. [click] At the first click, boxes B and C appear together. [click] At the second, box A leaves. Each animation becomes a cut, right on cue. [click] And Open folder shows you the new video, already selected.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words are easy to get wrong. Check pronunciation lists only those: names written in capitals, words the voice doesn't know, and words with two meanings. Each comes with its sentence. First up is a web server whose name is written in capital letters. [click] Press Play, and you hear it spelled out, letter by letter: N, G, I, N, X. [click] That's not how people say it, so type a spelling that sounds right under Sounds like: engine x. [click] Press Play again, and now it says [NGINX](/ˈɛnʤən ˈɛks/). [click] Use this saves it in your own pronunciation dictionary, so every deck says it that way, from now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a word the voice has never seen, so it has to guess: the name of a kind of storage drive, written N, V, M, lowercase e. The guess is close, but to be sure, type the letters, N V M E, under Sounds like. Now it's [NVMe](/ˈɛn vˈi ˈɛm ˈi/), letter by letter. [click] Use this, and it's saved in your dictionary, too.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a word with two meanings, said two ways: [present](/pɹˈɛzᵊnt/), like a gift, or the present time. And [present](/pɹizˈɛnt/), as in, to give a presentation. Which one is right depends on the sentence, so this kind of fix goes into that slide's speaker notes, not your dictionary. [click] Play each reading to hear them. [click] Then Use this on the right one. The first time you change a deck, your original is kept as a copy, right next to it. [click] Run the check again, and there's nothing left to fix.</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Pronunciation tab shows your dictionary, and how many words it has: two, so far. [click] Edit opens it in Notepad. Each line is a word, an equals sign, and how to say it. You can add words by hand, too, either as a spelling that sounds right, or as phonemes. Deck Narrator uses it for every deck,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Phonemes for shows exactly how any word or sentence will be said. Let me [present](/pɹizˈɛnt/) it, gives the verb, with the stress at the end. [click] And, I got you a [present](/pɹˈɛzᵊnt/), gives the noun, stressed at the start. Show every slide's phonemes does the same for a whole deck.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Things that rarely change [live](/lˈɪv/) in Settings, at the top right. The pause around each slide's narration, how long a slide without notes stays up, skipping those slides, or ignoring animations. Which pronunciation dictionary to use, where blank means your own. Whether to draw slides with PowerPoint or with [LibreOffice](/lˈibɹə ˈɔfɪs/), and run the voice on the processor or the graphics card. And the daily checks for new voices, and for a new version of Deck Narrator.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a day, Deck Narrator checks GitHub for a new version. When there is one, an Update button appears at the top. Here's version one point two point one, finding one point two point five. [click] Press it, and it asks first. [click] The download is checked against the checksum GitHub publishes. [click] Then the installer replaces the old version. Windows may ask for permission. [click] And Deck Narrator opens again, updated, with your settings and your dictionary just as you left them.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the tour. Write your script in the speaker notes, pick a voice, check your builds and your pronunciation, then make the video. Deck Narrator is free and open source, on GitHub. Thanks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2.png"/><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2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E6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5486400" cy="1097280"/>
          </a:xfrm>
          <a:prstGeom prst="rect">
            <a:avLst/>
          </a:prstGeom>
          <a:noFill/>
        </p:spPr>
        <p:txBody>
          <a:bodyPr wrap="square" anchor="t">
            <a:spAutoFit/>
          </a:bodyPr>
          <a:lstStyle/>
          <a:p>
            <a:pPr algn="l"/>
            <a:r>
              <a:rPr sz="5400" b="1">
                <a:solidFill>
                  <a:srgbClr val="8E63B5"/>
                </a:solidFill>
                <a:latin typeface="Segoe UI"/>
              </a:rPr>
              <a:t>Deck Narrator</a:t>
            </a:r>
          </a:p>
        </p:txBody>
      </p:sp>
      <p:sp>
        <p:nvSpPr>
          <p:cNvPr id="4" name="TextBox 3"/>
          <p:cNvSpPr txBox="1"/>
          <p:nvPr/>
        </p:nvSpPr>
        <p:spPr>
          <a:xfrm>
            <a:off x="731520" y="2971800"/>
            <a:ext cx="5486400" cy="1280160"/>
          </a:xfrm>
          <a:prstGeom prst="rect">
            <a:avLst/>
          </a:prstGeom>
          <a:noFill/>
        </p:spPr>
        <p:txBody>
          <a:bodyPr wrap="square" anchor="t">
            <a:spAutoFit/>
          </a:bodyPr>
          <a:lstStyle/>
          <a:p>
            <a:pPr algn="l"/>
            <a:r>
              <a:rPr sz="2800" b="0">
                <a:solidFill>
                  <a:srgbClr val="2B2135"/>
                </a:solidFill>
                <a:latin typeface="Segoe UI"/>
              </a:rPr>
              <a:t>Speaker notes in.</a:t>
            </a:r>
          </a:p>
          <a:p>
            <a:pPr algn="l"/>
            <a:r>
              <a:rPr sz="2800" b="0">
                <a:solidFill>
                  <a:srgbClr val="2B2135"/>
                </a:solidFill>
                <a:latin typeface="Segoe UI"/>
              </a:rPr>
              <a:t>Narrated video out.</a:t>
            </a:r>
          </a:p>
        </p:txBody>
      </p:sp>
      <p:sp>
        <p:nvSpPr>
          <p:cNvPr id="5" name="TextBox 4"/>
          <p:cNvSpPr txBox="1"/>
          <p:nvPr/>
        </p:nvSpPr>
        <p:spPr>
          <a:xfrm>
            <a:off x="731520" y="4480560"/>
            <a:ext cx="5486400" cy="548640"/>
          </a:xfrm>
          <a:prstGeom prst="rect">
            <a:avLst/>
          </a:prstGeom>
          <a:noFill/>
        </p:spPr>
        <p:txBody>
          <a:bodyPr wrap="square" anchor="t">
            <a:spAutoFit/>
          </a:bodyPr>
          <a:lstStyle/>
          <a:p>
            <a:pPr algn="l"/>
            <a:r>
              <a:rPr sz="1800" b="0">
                <a:solidFill>
                  <a:srgbClr val="6E627C"/>
                </a:solidFill>
                <a:latin typeface="Segoe UI"/>
              </a:rPr>
              <a:t>A tour of version 1.2.5 for Windows</a:t>
            </a:r>
          </a:p>
        </p:txBody>
      </p:sp>
      <p:pic>
        <p:nvPicPr>
          <p:cNvPr id="6" name="Picture 5" descr="d2-deck-filled.png"/>
          <p:cNvPicPr>
            <a:picLocks noChangeAspect="1"/>
          </p:cNvPicPr>
          <p:nvPr/>
        </p:nvPicPr>
        <p:blipFill>
          <a:blip r:embed="rId2"/>
          <a:stretch>
            <a:fillRect/>
          </a:stretch>
        </p:blipFill>
        <p:spPr>
          <a:xfrm>
            <a:off x="6400800" y="1834380"/>
            <a:ext cx="5303520" cy="3280679"/>
          </a:xfrm>
          <a:prstGeom prst="rect">
            <a:avLst/>
          </a:prstGeom>
          <a:ln w="12700">
            <a:solidFill>
              <a:srgbClr val="C9B8DD"/>
            </a:solidFill>
          </a:ln>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2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E6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r>
              <a:rPr sz="3400" b="1">
                <a:solidFill>
                  <a:srgbClr val="8E63B5"/>
                </a:solidFill>
                <a:latin typeface="Segoe UI"/>
              </a:rPr>
              <a:t>How it works</a:t>
            </a:r>
          </a:p>
        </p:txBody>
      </p:sp>
      <p:sp>
        <p:nvSpPr>
          <p:cNvPr id="4" name="Rounded Rectangle 3"/>
          <p:cNvSpPr/>
          <p:nvPr/>
        </p:nvSpPr>
        <p:spPr>
          <a:xfrm>
            <a:off x="731520" y="1828800"/>
            <a:ext cx="3383280" cy="3291840"/>
          </a:xfrm>
          <a:prstGeom prst="roundRect">
            <a:avLst/>
          </a:prstGeom>
          <a:solidFill>
            <a:srgbClr val="FFFFFF"/>
          </a:solidFill>
          <a:ln>
            <a:solidFill>
              <a:srgbClr val="C9B8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011680"/>
            <a:ext cx="914400" cy="914400"/>
          </a:xfrm>
          <a:prstGeom prst="rect">
            <a:avLst/>
          </a:prstGeom>
          <a:noFill/>
        </p:spPr>
        <p:txBody>
          <a:bodyPr wrap="square" anchor="t">
            <a:spAutoFit/>
          </a:bodyPr>
          <a:lstStyle/>
          <a:p>
            <a:pPr algn="l"/>
            <a:r>
              <a:rPr sz="4400" b="1">
                <a:solidFill>
                  <a:srgbClr val="D94F9A"/>
                </a:solidFill>
                <a:latin typeface="Segoe UI"/>
              </a:rPr>
              <a:t>1</a:t>
            </a:r>
          </a:p>
        </p:txBody>
      </p:sp>
      <p:sp>
        <p:nvSpPr>
          <p:cNvPr id="6" name="TextBox 5"/>
          <p:cNvSpPr txBox="1"/>
          <p:nvPr/>
        </p:nvSpPr>
        <p:spPr>
          <a:xfrm>
            <a:off x="1005840" y="2971800"/>
            <a:ext cx="2926080" cy="548640"/>
          </a:xfrm>
          <a:prstGeom prst="rect">
            <a:avLst/>
          </a:prstGeom>
          <a:noFill/>
        </p:spPr>
        <p:txBody>
          <a:bodyPr wrap="square" anchor="t">
            <a:spAutoFit/>
          </a:bodyPr>
          <a:lstStyle/>
          <a:p>
            <a:pPr algn="l"/>
            <a:r>
              <a:rPr sz="2400" b="1">
                <a:solidFill>
                  <a:srgbClr val="8E63B5"/>
                </a:solidFill>
                <a:latin typeface="Segoe UI"/>
              </a:rPr>
              <a:t>Write the script</a:t>
            </a:r>
          </a:p>
        </p:txBody>
      </p:sp>
      <p:sp>
        <p:nvSpPr>
          <p:cNvPr id="7" name="TextBox 6"/>
          <p:cNvSpPr txBox="1"/>
          <p:nvPr/>
        </p:nvSpPr>
        <p:spPr>
          <a:xfrm>
            <a:off x="1005840" y="3611880"/>
            <a:ext cx="2926080" cy="1371600"/>
          </a:xfrm>
          <a:prstGeom prst="rect">
            <a:avLst/>
          </a:prstGeom>
          <a:noFill/>
        </p:spPr>
        <p:txBody>
          <a:bodyPr wrap="square" anchor="t">
            <a:spAutoFit/>
          </a:bodyPr>
          <a:lstStyle/>
          <a:p>
            <a:pPr algn="l"/>
            <a:r>
              <a:rPr sz="1700" b="0">
                <a:solidFill>
                  <a:srgbClr val="2B2135"/>
                </a:solidFill>
                <a:latin typeface="Segoe UI"/>
              </a:rPr>
              <a:t>Type what should be said in each slide's speaker notes.</a:t>
            </a:r>
          </a:p>
        </p:txBody>
      </p:sp>
      <p:sp>
        <p:nvSpPr>
          <p:cNvPr id="8" name="Rounded Rectangle 7"/>
          <p:cNvSpPr/>
          <p:nvPr/>
        </p:nvSpPr>
        <p:spPr>
          <a:xfrm>
            <a:off x="4480559" y="1828800"/>
            <a:ext cx="3383280" cy="3291840"/>
          </a:xfrm>
          <a:prstGeom prst="roundRect">
            <a:avLst/>
          </a:prstGeom>
          <a:solidFill>
            <a:srgbClr val="FFFFFF"/>
          </a:solidFill>
          <a:ln>
            <a:solidFill>
              <a:srgbClr val="C9B8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79" y="2011680"/>
            <a:ext cx="914400" cy="914400"/>
          </a:xfrm>
          <a:prstGeom prst="rect">
            <a:avLst/>
          </a:prstGeom>
          <a:noFill/>
        </p:spPr>
        <p:txBody>
          <a:bodyPr wrap="square" anchor="t">
            <a:spAutoFit/>
          </a:bodyPr>
          <a:lstStyle/>
          <a:p>
            <a:pPr algn="l"/>
            <a:r>
              <a:rPr sz="4400" b="1">
                <a:solidFill>
                  <a:srgbClr val="D94F9A"/>
                </a:solidFill>
                <a:latin typeface="Segoe UI"/>
              </a:rPr>
              <a:t>2</a:t>
            </a:r>
          </a:p>
        </p:txBody>
      </p:sp>
      <p:sp>
        <p:nvSpPr>
          <p:cNvPr id="10" name="TextBox 9"/>
          <p:cNvSpPr txBox="1"/>
          <p:nvPr/>
        </p:nvSpPr>
        <p:spPr>
          <a:xfrm>
            <a:off x="4754879" y="2971800"/>
            <a:ext cx="2926080" cy="548640"/>
          </a:xfrm>
          <a:prstGeom prst="rect">
            <a:avLst/>
          </a:prstGeom>
          <a:noFill/>
        </p:spPr>
        <p:txBody>
          <a:bodyPr wrap="square" anchor="t">
            <a:spAutoFit/>
          </a:bodyPr>
          <a:lstStyle/>
          <a:p>
            <a:pPr algn="l"/>
            <a:r>
              <a:rPr sz="2400" b="1">
                <a:solidFill>
                  <a:srgbClr val="8E63B5"/>
                </a:solidFill>
                <a:latin typeface="Segoe UI"/>
              </a:rPr>
              <a:t>Pick a voice</a:t>
            </a:r>
          </a:p>
        </p:txBody>
      </p:sp>
      <p:sp>
        <p:nvSpPr>
          <p:cNvPr id="11" name="TextBox 10"/>
          <p:cNvSpPr txBox="1"/>
          <p:nvPr/>
        </p:nvSpPr>
        <p:spPr>
          <a:xfrm>
            <a:off x="4754879" y="3611880"/>
            <a:ext cx="2926080" cy="1371600"/>
          </a:xfrm>
          <a:prstGeom prst="rect">
            <a:avLst/>
          </a:prstGeom>
          <a:noFill/>
        </p:spPr>
        <p:txBody>
          <a:bodyPr wrap="square" anchor="t">
            <a:spAutoFit/>
          </a:bodyPr>
          <a:lstStyle/>
          <a:p>
            <a:pPr algn="l"/>
            <a:r>
              <a:rPr sz="1700" b="0">
                <a:solidFill>
                  <a:srgbClr val="2B2135"/>
                </a:solidFill>
                <a:latin typeface="Segoe UI"/>
              </a:rPr>
              <a:t>More than two dozen natural voices, at any speed.</a:t>
            </a:r>
          </a:p>
        </p:txBody>
      </p:sp>
      <p:sp>
        <p:nvSpPr>
          <p:cNvPr id="12" name="Rounded Rectangle 11"/>
          <p:cNvSpPr/>
          <p:nvPr/>
        </p:nvSpPr>
        <p:spPr>
          <a:xfrm>
            <a:off x="8229600" y="1828800"/>
            <a:ext cx="3383280" cy="3291840"/>
          </a:xfrm>
          <a:prstGeom prst="roundRect">
            <a:avLst/>
          </a:prstGeom>
          <a:solidFill>
            <a:srgbClr val="FFFFFF"/>
          </a:solidFill>
          <a:ln>
            <a:solidFill>
              <a:srgbClr val="C9B8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0" y="2011680"/>
            <a:ext cx="914400" cy="914400"/>
          </a:xfrm>
          <a:prstGeom prst="rect">
            <a:avLst/>
          </a:prstGeom>
          <a:noFill/>
        </p:spPr>
        <p:txBody>
          <a:bodyPr wrap="square" anchor="t">
            <a:spAutoFit/>
          </a:bodyPr>
          <a:lstStyle/>
          <a:p>
            <a:pPr algn="l"/>
            <a:r>
              <a:rPr sz="4400" b="1">
                <a:solidFill>
                  <a:srgbClr val="D94F9A"/>
                </a:solidFill>
                <a:latin typeface="Segoe UI"/>
              </a:rPr>
              <a:t>3</a:t>
            </a:r>
          </a:p>
        </p:txBody>
      </p:sp>
      <p:sp>
        <p:nvSpPr>
          <p:cNvPr id="14" name="TextBox 13"/>
          <p:cNvSpPr txBox="1"/>
          <p:nvPr/>
        </p:nvSpPr>
        <p:spPr>
          <a:xfrm>
            <a:off x="8503920" y="2971800"/>
            <a:ext cx="2926080" cy="548640"/>
          </a:xfrm>
          <a:prstGeom prst="rect">
            <a:avLst/>
          </a:prstGeom>
          <a:noFill/>
        </p:spPr>
        <p:txBody>
          <a:bodyPr wrap="square" anchor="t">
            <a:spAutoFit/>
          </a:bodyPr>
          <a:lstStyle/>
          <a:p>
            <a:pPr algn="l"/>
            <a:r>
              <a:rPr sz="2400" b="1">
                <a:solidFill>
                  <a:srgbClr val="8E63B5"/>
                </a:solidFill>
                <a:latin typeface="Segoe UI"/>
              </a:rPr>
              <a:t>Make video</a:t>
            </a:r>
          </a:p>
        </p:txBody>
      </p:sp>
      <p:sp>
        <p:nvSpPr>
          <p:cNvPr id="15" name="TextBox 14"/>
          <p:cNvSpPr txBox="1"/>
          <p:nvPr/>
        </p:nvSpPr>
        <p:spPr>
          <a:xfrm>
            <a:off x="8503920" y="3611880"/>
            <a:ext cx="2926080" cy="1371600"/>
          </a:xfrm>
          <a:prstGeom prst="rect">
            <a:avLst/>
          </a:prstGeom>
          <a:noFill/>
        </p:spPr>
        <p:txBody>
          <a:bodyPr wrap="square" anchor="t">
            <a:spAutoFit/>
          </a:bodyPr>
          <a:lstStyle/>
          <a:p>
            <a:pPr algn="l"/>
            <a:r>
              <a:rPr sz="1700" b="0">
                <a:solidFill>
                  <a:srgbClr val="2B2135"/>
                </a:solidFill>
                <a:latin typeface="Segoe UI"/>
              </a:rPr>
              <a:t>Each slide is drawn, its notes are spoken, and it all becomes one MP4.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2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E6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r>
              <a:rPr sz="3400" b="1">
                <a:solidFill>
                  <a:srgbClr val="8E63B5"/>
                </a:solidFill>
                <a:latin typeface="Segoe UI"/>
              </a:rPr>
              <a:t>Install and open it</a:t>
            </a:r>
          </a:p>
        </p:txBody>
      </p:sp>
      <p:pic>
        <p:nvPicPr>
          <p:cNvPr id="4" name="Picture 3" descr="d1-deck-empty.png"/>
          <p:cNvPicPr>
            <a:picLocks noChangeAspect="1"/>
          </p:cNvPicPr>
          <p:nvPr/>
        </p:nvPicPr>
        <p:blipFill>
          <a:blip r:embed="rId2"/>
          <a:stretch>
            <a:fillRect/>
          </a:stretch>
        </p:blipFill>
        <p:spPr>
          <a:xfrm>
            <a:off x="548640" y="1600802"/>
            <a:ext cx="7315200" cy="4525075"/>
          </a:xfrm>
          <a:prstGeom prst="rect">
            <a:avLst/>
          </a:prstGeom>
          <a:ln w="12700">
            <a:solidFill>
              <a:srgbClr val="C9B8DD"/>
            </a:solidFill>
          </a:ln>
        </p:spPr>
      </p:pic>
      <p:sp>
        <p:nvSpPr>
          <p:cNvPr id="5" name="Oval 4"/>
          <p:cNvSpPr/>
          <p:nvPr/>
        </p:nvSpPr>
        <p:spPr>
          <a:xfrm>
            <a:off x="8229600" y="1508760"/>
            <a:ext cx="457200" cy="457200"/>
          </a:xfrm>
          <a:prstGeom prst="ellipse">
            <a:avLst/>
          </a:prstGeom>
          <a:solidFill>
            <a:srgbClr val="D94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Segoe UI"/>
              </a:rPr>
              <a:t>1</a:t>
            </a:r>
          </a:p>
        </p:txBody>
      </p:sp>
      <p:sp>
        <p:nvSpPr>
          <p:cNvPr id="6" name="TextBox 5"/>
          <p:cNvSpPr txBox="1"/>
          <p:nvPr/>
        </p:nvSpPr>
        <p:spPr>
          <a:xfrm>
            <a:off x="8823960" y="1463040"/>
            <a:ext cx="3246120" cy="1097280"/>
          </a:xfrm>
          <a:prstGeom prst="rect">
            <a:avLst/>
          </a:prstGeom>
          <a:noFill/>
        </p:spPr>
        <p:txBody>
          <a:bodyPr wrap="square" anchor="t">
            <a:spAutoFit/>
          </a:bodyPr>
          <a:lstStyle/>
          <a:p>
            <a:pPr algn="l"/>
            <a:r>
              <a:rPr sz="1700" b="0">
                <a:solidFill>
                  <a:srgbClr val="2B2135"/>
                </a:solidFill>
                <a:latin typeface="Segoe UI"/>
              </a:rPr>
              <a:t>Download the installer from the Releases page on GitHub.</a:t>
            </a:r>
          </a:p>
        </p:txBody>
      </p:sp>
      <p:sp>
        <p:nvSpPr>
          <p:cNvPr id="7" name="Oval 6"/>
          <p:cNvSpPr/>
          <p:nvPr/>
        </p:nvSpPr>
        <p:spPr>
          <a:xfrm>
            <a:off x="8229600" y="2788920"/>
            <a:ext cx="457200" cy="457200"/>
          </a:xfrm>
          <a:prstGeom prst="ellipse">
            <a:avLst/>
          </a:prstGeom>
          <a:solidFill>
            <a:srgbClr val="D94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Segoe UI"/>
              </a:rPr>
              <a:t>2</a:t>
            </a:r>
          </a:p>
        </p:txBody>
      </p:sp>
      <p:sp>
        <p:nvSpPr>
          <p:cNvPr id="8" name="TextBox 7"/>
          <p:cNvSpPr txBox="1"/>
          <p:nvPr/>
        </p:nvSpPr>
        <p:spPr>
          <a:xfrm>
            <a:off x="8823960" y="2743200"/>
            <a:ext cx="3246120" cy="1097280"/>
          </a:xfrm>
          <a:prstGeom prst="rect">
            <a:avLst/>
          </a:prstGeom>
          <a:noFill/>
        </p:spPr>
        <p:txBody>
          <a:bodyPr wrap="square" anchor="t">
            <a:spAutoFit/>
          </a:bodyPr>
          <a:lstStyle/>
          <a:p>
            <a:pPr algn="l"/>
            <a:r>
              <a:rPr sz="1700" b="0">
                <a:solidFill>
                  <a:srgbClr val="2B2135"/>
                </a:solidFill>
                <a:latin typeface="Segoe UI"/>
              </a:rPr>
              <a:t>Run it. The voices are included, so nothing else is downloaded.</a:t>
            </a:r>
          </a:p>
        </p:txBody>
      </p:sp>
      <p:sp>
        <p:nvSpPr>
          <p:cNvPr id="9" name="Oval 8"/>
          <p:cNvSpPr/>
          <p:nvPr/>
        </p:nvSpPr>
        <p:spPr>
          <a:xfrm>
            <a:off x="8229600" y="4069080"/>
            <a:ext cx="457200" cy="457200"/>
          </a:xfrm>
          <a:prstGeom prst="ellipse">
            <a:avLst/>
          </a:prstGeom>
          <a:solidFill>
            <a:srgbClr val="D94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Segoe UI"/>
              </a:rPr>
              <a:t>3</a:t>
            </a:r>
          </a:p>
        </p:txBody>
      </p:sp>
      <p:sp>
        <p:nvSpPr>
          <p:cNvPr id="10" name="TextBox 9"/>
          <p:cNvSpPr txBox="1"/>
          <p:nvPr/>
        </p:nvSpPr>
        <p:spPr>
          <a:xfrm>
            <a:off x="8823960" y="4023360"/>
            <a:ext cx="3246120" cy="1097280"/>
          </a:xfrm>
          <a:prstGeom prst="rect">
            <a:avLst/>
          </a:prstGeom>
          <a:noFill/>
        </p:spPr>
        <p:txBody>
          <a:bodyPr wrap="square" anchor="t">
            <a:spAutoFit/>
          </a:bodyPr>
          <a:lstStyle/>
          <a:p>
            <a:pPr algn="l"/>
            <a:r>
              <a:rPr sz="1700" b="0">
                <a:solidFill>
                  <a:srgbClr val="2B2135"/>
                </a:solidFill>
                <a:latin typeface="Segoe UI"/>
              </a:rPr>
              <a:t>Open Deck Narrator from the Start menu.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2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E6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r>
              <a:rPr sz="3400" b="1">
                <a:solidFill>
                  <a:srgbClr val="8E63B5"/>
                </a:solidFill>
                <a:latin typeface="Segoe UI"/>
              </a:rPr>
              <a:t>The Deck tab</a:t>
            </a:r>
          </a:p>
        </p:txBody>
      </p:sp>
      <p:pic>
        <p:nvPicPr>
          <p:cNvPr id="4" name="Picture 3" descr="d1-deck-empty.png"/>
          <p:cNvPicPr>
            <a:picLocks noChangeAspect="1"/>
          </p:cNvPicPr>
          <p:nvPr/>
        </p:nvPicPr>
        <p:blipFill>
          <a:blip r:embed="rId2"/>
          <a:stretch>
            <a:fillRect/>
          </a:stretch>
        </p:blipFill>
        <p:spPr>
          <a:xfrm>
            <a:off x="548640" y="1600802"/>
            <a:ext cx="7315200" cy="4525075"/>
          </a:xfrm>
          <a:prstGeom prst="rect">
            <a:avLst/>
          </a:prstGeom>
          <a:ln w="12700">
            <a:solidFill>
              <a:srgbClr val="C9B8DD"/>
            </a:solidFill>
          </a:ln>
        </p:spPr>
      </p:pic>
      <p:sp>
        <p:nvSpPr>
          <p:cNvPr id="5" name="Rectangle 4"/>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2-deck-filled.png"/>
          <p:cNvPicPr>
            <a:picLocks noChangeAspect="1"/>
          </p:cNvPicPr>
          <p:nvPr/>
        </p:nvPicPr>
        <p:blipFill>
          <a:blip r:embed="rId3"/>
          <a:stretch>
            <a:fillRect/>
          </a:stretch>
        </p:blipFill>
        <p:spPr>
          <a:xfrm>
            <a:off x="548640" y="1600802"/>
            <a:ext cx="7315200" cy="4525075"/>
          </a:xfrm>
          <a:prstGeom prst="rect">
            <a:avLst/>
          </a:prstGeom>
          <a:ln w="12700">
            <a:solidFill>
              <a:srgbClr val="C9B8DD"/>
            </a:solidFill>
          </a:ln>
        </p:spPr>
      </p:pic>
      <p:sp>
        <p:nvSpPr>
          <p:cNvPr id="7" name="TextBox 6"/>
          <p:cNvSpPr txBox="1"/>
          <p:nvPr/>
        </p:nvSpPr>
        <p:spPr>
          <a:xfrm>
            <a:off x="8229600" y="1463040"/>
            <a:ext cx="3657600" cy="1097280"/>
          </a:xfrm>
          <a:prstGeom prst="rect">
            <a:avLst/>
          </a:prstGeom>
          <a:noFill/>
        </p:spPr>
        <p:txBody>
          <a:bodyPr wrap="square" anchor="t">
            <a:spAutoFit/>
          </a:bodyPr>
          <a:lstStyle/>
          <a:p>
            <a:pPr algn="l"/>
            <a:r>
              <a:rPr sz="1700" b="0">
                <a:solidFill>
                  <a:srgbClr val="2B2135"/>
                </a:solidFill>
                <a:latin typeface="Segoe UI"/>
              </a:rPr>
              <a:t>Deck: the .pptx to narrate.</a:t>
            </a:r>
          </a:p>
        </p:txBody>
      </p:sp>
      <p:sp>
        <p:nvSpPr>
          <p:cNvPr id="8" name="TextBox 7"/>
          <p:cNvSpPr txBox="1"/>
          <p:nvPr/>
        </p:nvSpPr>
        <p:spPr>
          <a:xfrm>
            <a:off x="8229600" y="2468880"/>
            <a:ext cx="3657600" cy="1097280"/>
          </a:xfrm>
          <a:prstGeom prst="rect">
            <a:avLst/>
          </a:prstGeom>
          <a:noFill/>
        </p:spPr>
        <p:txBody>
          <a:bodyPr wrap="square" anchor="t">
            <a:spAutoFit/>
          </a:bodyPr>
          <a:lstStyle/>
          <a:p>
            <a:pPr algn="l"/>
            <a:r>
              <a:rPr sz="1700" b="0">
                <a:solidFill>
                  <a:srgbClr val="2B2135"/>
                </a:solidFill>
                <a:latin typeface="Segoe UI"/>
              </a:rPr>
              <a:t>Save video as: blank saves it next to the deck.</a:t>
            </a:r>
          </a:p>
        </p:txBody>
      </p:sp>
      <p:sp>
        <p:nvSpPr>
          <p:cNvPr id="9" name="TextBox 8"/>
          <p:cNvSpPr txBox="1"/>
          <p:nvPr/>
        </p:nvSpPr>
        <p:spPr>
          <a:xfrm>
            <a:off x="8229600" y="3474720"/>
            <a:ext cx="3657600" cy="1097280"/>
          </a:xfrm>
          <a:prstGeom prst="rect">
            <a:avLst/>
          </a:prstGeom>
          <a:noFill/>
        </p:spPr>
        <p:txBody>
          <a:bodyPr wrap="square" anchor="t">
            <a:spAutoFit/>
          </a:bodyPr>
          <a:lstStyle/>
          <a:p>
            <a:pPr algn="l"/>
            <a:r>
              <a:rPr sz="1700" b="0">
                <a:solidFill>
                  <a:srgbClr val="2B2135"/>
                </a:solidFill>
                <a:latin typeface="Segoe UI"/>
              </a:rPr>
              <a:t>Only slides: like 3-5, or 1,4,6-8.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2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E6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r>
              <a:rPr sz="3400" b="1">
                <a:solidFill>
                  <a:srgbClr val="8E63B5"/>
                </a:solidFill>
                <a:latin typeface="Segoe UI"/>
              </a:rPr>
              <a:t>Choose a voice</a:t>
            </a:r>
          </a:p>
        </p:txBody>
      </p:sp>
      <p:pic>
        <p:nvPicPr>
          <p:cNvPr id="4" name="Picture 3" descr="v1-voice-tab.png"/>
          <p:cNvPicPr>
            <a:picLocks noChangeAspect="1"/>
          </p:cNvPicPr>
          <p:nvPr/>
        </p:nvPicPr>
        <p:blipFill>
          <a:blip r:embed="rId2"/>
          <a:stretch>
            <a:fillRect/>
          </a:stretch>
        </p:blipFill>
        <p:spPr>
          <a:xfrm>
            <a:off x="548640" y="1600802"/>
            <a:ext cx="7315200" cy="4525075"/>
          </a:xfrm>
          <a:prstGeom prst="rect">
            <a:avLst/>
          </a:prstGeom>
          <a:ln w="12700">
            <a:solidFill>
              <a:srgbClr val="C9B8DD"/>
            </a:solidFill>
          </a:ln>
        </p:spPr>
      </p:pic>
      <p:sp>
        <p:nvSpPr>
          <p:cNvPr id="5" name="Rectangle 4"/>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v2-voice-list.png"/>
          <p:cNvPicPr>
            <a:picLocks noChangeAspect="1"/>
          </p:cNvPicPr>
          <p:nvPr/>
        </p:nvPicPr>
        <p:blipFill>
          <a:blip r:embed="rId3"/>
          <a:stretch>
            <a:fillRect/>
          </a:stretch>
        </p:blipFill>
        <p:spPr>
          <a:xfrm>
            <a:off x="548640" y="1600802"/>
            <a:ext cx="7315200" cy="4525075"/>
          </a:xfrm>
          <a:prstGeom prst="rect">
            <a:avLst/>
          </a:prstGeom>
          <a:ln w="12700">
            <a:solidFill>
              <a:srgbClr val="C9B8DD"/>
            </a:solidFill>
          </a:ln>
        </p:spPr>
      </p:pic>
      <p:sp>
        <p:nvSpPr>
          <p:cNvPr id="7" name="Rectangle 6"/>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v3-am-adam.png"/>
          <p:cNvPicPr>
            <a:picLocks noChangeAspect="1"/>
          </p:cNvPicPr>
          <p:nvPr/>
        </p:nvPicPr>
        <p:blipFill>
          <a:blip r:embed="rId4"/>
          <a:stretch>
            <a:fillRect/>
          </a:stretch>
        </p:blipFill>
        <p:spPr>
          <a:xfrm>
            <a:off x="548640" y="1600802"/>
            <a:ext cx="7315200" cy="4525075"/>
          </a:xfrm>
          <a:prstGeom prst="rect">
            <a:avLst/>
          </a:prstGeom>
          <a:ln w="12700">
            <a:solidFill>
              <a:srgbClr val="C9B8DD"/>
            </a:solidFill>
          </a:ln>
        </p:spPr>
      </p:pic>
      <p:sp>
        <p:nvSpPr>
          <p:cNvPr id="9" name="TextBox 8"/>
          <p:cNvSpPr txBox="1"/>
          <p:nvPr/>
        </p:nvSpPr>
        <p:spPr>
          <a:xfrm>
            <a:off x="8229600" y="1463040"/>
            <a:ext cx="3657600" cy="1097280"/>
          </a:xfrm>
          <a:prstGeom prst="rect">
            <a:avLst/>
          </a:prstGeom>
          <a:noFill/>
        </p:spPr>
        <p:txBody>
          <a:bodyPr wrap="square" anchor="t">
            <a:spAutoFit/>
          </a:bodyPr>
          <a:lstStyle/>
          <a:p>
            <a:pPr algn="l"/>
            <a:r>
              <a:rPr sz="1700" b="0">
                <a:solidFill>
                  <a:srgbClr val="2B2135"/>
                </a:solidFill>
                <a:latin typeface="Segoe UI"/>
              </a:rPr>
              <a:t>a = American, b = British; then f or m.</a:t>
            </a:r>
          </a:p>
        </p:txBody>
      </p:sp>
      <p:sp>
        <p:nvSpPr>
          <p:cNvPr id="10" name="TextBox 9"/>
          <p:cNvSpPr txBox="1"/>
          <p:nvPr/>
        </p:nvSpPr>
        <p:spPr>
          <a:xfrm>
            <a:off x="8229600" y="2468880"/>
            <a:ext cx="3657600" cy="1097280"/>
          </a:xfrm>
          <a:prstGeom prst="rect">
            <a:avLst/>
          </a:prstGeom>
          <a:noFill/>
        </p:spPr>
        <p:txBody>
          <a:bodyPr wrap="square" anchor="t">
            <a:spAutoFit/>
          </a:bodyPr>
          <a:lstStyle/>
          <a:p>
            <a:pPr algn="l"/>
            <a:r>
              <a:rPr sz="1700" b="0">
                <a:solidFill>
                  <a:srgbClr val="2B2135"/>
                </a:solidFill>
                <a:latin typeface="Segoe UI"/>
              </a:rPr>
              <a:t>Speed: 1.0 is normal; 1.1 is a little brisker.</a:t>
            </a:r>
          </a:p>
        </p:txBody>
      </p:sp>
      <p:sp>
        <p:nvSpPr>
          <p:cNvPr id="11" name="TextBox 10"/>
          <p:cNvSpPr txBox="1"/>
          <p:nvPr/>
        </p:nvSpPr>
        <p:spPr>
          <a:xfrm>
            <a:off x="8229600" y="3474720"/>
            <a:ext cx="3657600" cy="1097280"/>
          </a:xfrm>
          <a:prstGeom prst="rect">
            <a:avLst/>
          </a:prstGeom>
          <a:noFill/>
        </p:spPr>
        <p:txBody>
          <a:bodyPr wrap="square" anchor="t">
            <a:spAutoFit/>
          </a:bodyPr>
          <a:lstStyle/>
          <a:p>
            <a:pPr algn="l"/>
            <a:r>
              <a:rPr sz="1700" b="0">
                <a:solidFill>
                  <a:srgbClr val="2B2135"/>
                </a:solidFill>
                <a:latin typeface="Segoe UI"/>
              </a:rPr>
              <a:t>Narrators can change mid-deck, too.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2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E6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r>
              <a:rPr sz="3400" b="1">
                <a:solidFill>
                  <a:srgbClr val="8E63B5"/>
                </a:solidFill>
                <a:latin typeface="Segoe UI"/>
              </a:rPr>
              <a:t>Play sample</a:t>
            </a:r>
          </a:p>
        </p:txBody>
      </p:sp>
      <p:pic>
        <p:nvPicPr>
          <p:cNvPr id="4" name="Picture 3" descr="v4-playing.png"/>
          <p:cNvPicPr>
            <a:picLocks noChangeAspect="1"/>
          </p:cNvPicPr>
          <p:nvPr/>
        </p:nvPicPr>
        <p:blipFill>
          <a:blip r:embed="rId2"/>
          <a:stretch>
            <a:fillRect/>
          </a:stretch>
        </p:blipFill>
        <p:spPr>
          <a:xfrm>
            <a:off x="548640" y="1600802"/>
            <a:ext cx="7315200" cy="4525075"/>
          </a:xfrm>
          <a:prstGeom prst="rect">
            <a:avLst/>
          </a:prstGeom>
          <a:ln w="12700">
            <a:solidFill>
              <a:srgbClr val="C9B8DD"/>
            </a:solidFill>
          </a:ln>
        </p:spPr>
      </p:pic>
      <p:sp>
        <p:nvSpPr>
          <p:cNvPr id="5" name="Rectangle 4"/>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v5-log-saved.png"/>
          <p:cNvPicPr>
            <a:picLocks noChangeAspect="1"/>
          </p:cNvPicPr>
          <p:nvPr/>
        </p:nvPicPr>
        <p:blipFill>
          <a:blip r:embed="rId3"/>
          <a:stretch>
            <a:fillRect/>
          </a:stretch>
        </p:blipFill>
        <p:spPr>
          <a:xfrm>
            <a:off x="548640" y="1600802"/>
            <a:ext cx="7315200" cy="4525075"/>
          </a:xfrm>
          <a:prstGeom prst="rect">
            <a:avLst/>
          </a:prstGeom>
          <a:ln w="12700">
            <a:solidFill>
              <a:srgbClr val="C9B8DD"/>
            </a:solidFill>
          </a:ln>
        </p:spPr>
      </p:pic>
      <p:sp>
        <p:nvSpPr>
          <p:cNvPr id="7" name="TextBox 6"/>
          <p:cNvSpPr txBox="1"/>
          <p:nvPr/>
        </p:nvSpPr>
        <p:spPr>
          <a:xfrm>
            <a:off x="8229600" y="1463040"/>
            <a:ext cx="3657600" cy="1097280"/>
          </a:xfrm>
          <a:prstGeom prst="rect">
            <a:avLst/>
          </a:prstGeom>
          <a:noFill/>
        </p:spPr>
        <p:txBody>
          <a:bodyPr wrap="square" anchor="t">
            <a:spAutoFit/>
          </a:bodyPr>
          <a:lstStyle/>
          <a:p>
            <a:pPr algn="l"/>
            <a:r>
              <a:rPr sz="1700" b="0">
                <a:solidFill>
                  <a:srgbClr val="2B2135"/>
                </a:solidFill>
                <a:latin typeface="Segoe UI"/>
              </a:rPr>
              <a:t>Type anything in Try it, then press Play sample.</a:t>
            </a:r>
          </a:p>
        </p:txBody>
      </p:sp>
      <p:sp>
        <p:nvSpPr>
          <p:cNvPr id="8" name="TextBox 7"/>
          <p:cNvSpPr txBox="1"/>
          <p:nvPr/>
        </p:nvSpPr>
        <p:spPr>
          <a:xfrm>
            <a:off x="8229600" y="2468880"/>
            <a:ext cx="3657600" cy="1097280"/>
          </a:xfrm>
          <a:prstGeom prst="rect">
            <a:avLst/>
          </a:prstGeom>
          <a:noFill/>
        </p:spPr>
        <p:txBody>
          <a:bodyPr wrap="square" anchor="t">
            <a:spAutoFit/>
          </a:bodyPr>
          <a:lstStyle/>
          <a:p>
            <a:pPr algn="l"/>
            <a:r>
              <a:rPr sz="1700" b="0">
                <a:solidFill>
                  <a:srgbClr val="2B2135"/>
                </a:solidFill>
                <a:latin typeface="Segoe UI"/>
              </a:rPr>
              <a:t>The built-in sentence is instant, in every voice.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2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E6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r>
              <a:rPr sz="3400" b="1">
                <a:solidFill>
                  <a:srgbClr val="8E63B5"/>
                </a:solidFill>
                <a:latin typeface="Segoe UI"/>
              </a:rPr>
              <a:t>Your own sentence</a:t>
            </a:r>
          </a:p>
        </p:txBody>
      </p:sp>
      <p:pic>
        <p:nvPicPr>
          <p:cNvPr id="4" name="Picture 3" descr="v6-typed.png"/>
          <p:cNvPicPr>
            <a:picLocks noChangeAspect="1"/>
          </p:cNvPicPr>
          <p:nvPr/>
        </p:nvPicPr>
        <p:blipFill>
          <a:blip r:embed="rId2"/>
          <a:stretch>
            <a:fillRect/>
          </a:stretch>
        </p:blipFill>
        <p:spPr>
          <a:xfrm>
            <a:off x="548640" y="1600802"/>
            <a:ext cx="7315200" cy="4525075"/>
          </a:xfrm>
          <a:prstGeom prst="rect">
            <a:avLst/>
          </a:prstGeom>
          <a:ln w="12700">
            <a:solidFill>
              <a:srgbClr val="C9B8DD"/>
            </a:solidFill>
          </a:ln>
        </p:spPr>
      </p:pic>
      <p:sp>
        <p:nvSpPr>
          <p:cNvPr id="5" name="Rectangle 4"/>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v7-synth.png"/>
          <p:cNvPicPr>
            <a:picLocks noChangeAspect="1"/>
          </p:cNvPicPr>
          <p:nvPr/>
        </p:nvPicPr>
        <p:blipFill>
          <a:blip r:embed="rId3"/>
          <a:stretch>
            <a:fillRect/>
          </a:stretch>
        </p:blipFill>
        <p:spPr>
          <a:xfrm>
            <a:off x="548640" y="1600802"/>
            <a:ext cx="7315200" cy="4525075"/>
          </a:xfrm>
          <a:prstGeom prst="rect">
            <a:avLst/>
          </a:prstGeom>
          <a:ln w="12700">
            <a:solidFill>
              <a:srgbClr val="C9B8DD"/>
            </a:solidFill>
          </a:ln>
        </p:spPr>
      </p:pic>
      <p:sp>
        <p:nvSpPr>
          <p:cNvPr id="7" name="Rectangle 6"/>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v8-log-made.png"/>
          <p:cNvPicPr>
            <a:picLocks noChangeAspect="1"/>
          </p:cNvPicPr>
          <p:nvPr/>
        </p:nvPicPr>
        <p:blipFill>
          <a:blip r:embed="rId4"/>
          <a:stretch>
            <a:fillRect/>
          </a:stretch>
        </p:blipFill>
        <p:spPr>
          <a:xfrm>
            <a:off x="548640" y="1600802"/>
            <a:ext cx="7315200" cy="4525075"/>
          </a:xfrm>
          <a:prstGeom prst="rect">
            <a:avLst/>
          </a:prstGeom>
          <a:ln w="12700">
            <a:solidFill>
              <a:srgbClr val="C9B8DD"/>
            </a:solidFill>
          </a:ln>
        </p:spPr>
      </p:pic>
      <p:sp>
        <p:nvSpPr>
          <p:cNvPr id="9" name="Rectangle 8"/>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v9-log-saved-again.png"/>
          <p:cNvPicPr>
            <a:picLocks noChangeAspect="1"/>
          </p:cNvPicPr>
          <p:nvPr/>
        </p:nvPicPr>
        <p:blipFill>
          <a:blip r:embed="rId5"/>
          <a:stretch>
            <a:fillRect/>
          </a:stretch>
        </p:blipFill>
        <p:spPr>
          <a:xfrm>
            <a:off x="548640" y="1600802"/>
            <a:ext cx="7315200" cy="4525075"/>
          </a:xfrm>
          <a:prstGeom prst="rect">
            <a:avLst/>
          </a:prstGeom>
          <a:ln w="12700">
            <a:solidFill>
              <a:srgbClr val="C9B8DD"/>
            </a:solidFill>
          </a:ln>
        </p:spPr>
      </p:pic>
      <p:sp>
        <p:nvSpPr>
          <p:cNvPr id="11" name="TextBox 10"/>
          <p:cNvSpPr txBox="1"/>
          <p:nvPr/>
        </p:nvSpPr>
        <p:spPr>
          <a:xfrm>
            <a:off x="8229600" y="1463040"/>
            <a:ext cx="3657600" cy="1097280"/>
          </a:xfrm>
          <a:prstGeom prst="rect">
            <a:avLst/>
          </a:prstGeom>
          <a:noFill/>
        </p:spPr>
        <p:txBody>
          <a:bodyPr wrap="square" anchor="t">
            <a:spAutoFit/>
          </a:bodyPr>
          <a:lstStyle/>
          <a:p>
            <a:pPr algn="l"/>
            <a:r>
              <a:rPr sz="1700" b="0">
                <a:solidFill>
                  <a:srgbClr val="2B2135"/>
                </a:solidFill>
                <a:latin typeface="Segoe UI"/>
              </a:rPr>
              <a:t>New text is made the first time: a few seconds.</a:t>
            </a:r>
          </a:p>
        </p:txBody>
      </p:sp>
      <p:sp>
        <p:nvSpPr>
          <p:cNvPr id="12" name="TextBox 11"/>
          <p:cNvSpPr txBox="1"/>
          <p:nvPr/>
        </p:nvSpPr>
        <p:spPr>
          <a:xfrm>
            <a:off x="8229600" y="2468880"/>
            <a:ext cx="3657600" cy="1097280"/>
          </a:xfrm>
          <a:prstGeom prst="rect">
            <a:avLst/>
          </a:prstGeom>
          <a:noFill/>
        </p:spPr>
        <p:txBody>
          <a:bodyPr wrap="square" anchor="t">
            <a:spAutoFit/>
          </a:bodyPr>
          <a:lstStyle/>
          <a:p>
            <a:pPr algn="l"/>
            <a:r>
              <a:rPr sz="1700" b="0">
                <a:solidFill>
                  <a:srgbClr val="2B2135"/>
                </a:solidFill>
                <a:latin typeface="Segoe UI"/>
              </a:rPr>
              <a:t>After that it's saved, so it's instant.</a:t>
            </a:r>
          </a:p>
        </p:txBody>
      </p:sp>
      <p:sp>
        <p:nvSpPr>
          <p:cNvPr id="13" name="TextBox 12"/>
          <p:cNvSpPr txBox="1"/>
          <p:nvPr/>
        </p:nvSpPr>
        <p:spPr>
          <a:xfrm>
            <a:off x="8229600" y="3474720"/>
            <a:ext cx="3657600" cy="1097280"/>
          </a:xfrm>
          <a:prstGeom prst="rect">
            <a:avLst/>
          </a:prstGeom>
          <a:noFill/>
        </p:spPr>
        <p:txBody>
          <a:bodyPr wrap="square" anchor="t">
            <a:spAutoFit/>
          </a:bodyPr>
          <a:lstStyle/>
          <a:p>
            <a:pPr algn="l"/>
            <a:r>
              <a:rPr sz="1700" b="0">
                <a:solidFill>
                  <a:srgbClr val="2B2135"/>
                </a:solidFill>
                <a:latin typeface="Segoe UI"/>
              </a:rPr>
              <a:t>The newest 200 samples are kept.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2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E6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r>
              <a:rPr sz="3400" b="1">
                <a:solidFill>
                  <a:srgbClr val="8E63B5"/>
                </a:solidFill>
                <a:latin typeface="Segoe UI"/>
              </a:rPr>
              <a:t>Writing the script</a:t>
            </a:r>
          </a:p>
        </p:txBody>
      </p:sp>
      <p:sp>
        <p:nvSpPr>
          <p:cNvPr id="4" name="TextBox 3"/>
          <p:cNvSpPr txBox="1"/>
          <p:nvPr/>
        </p:nvSpPr>
        <p:spPr>
          <a:xfrm>
            <a:off x="548640" y="1234440"/>
            <a:ext cx="10972800" cy="548640"/>
          </a:xfrm>
          <a:prstGeom prst="rect">
            <a:avLst/>
          </a:prstGeom>
          <a:noFill/>
        </p:spPr>
        <p:txBody>
          <a:bodyPr wrap="square" anchor="t">
            <a:spAutoFit/>
          </a:bodyPr>
          <a:lstStyle/>
          <a:p>
            <a:pPr algn="l"/>
            <a:r>
              <a:rPr sz="2000" b="0">
                <a:solidFill>
                  <a:srgbClr val="6E627C"/>
                </a:solidFill>
                <a:latin typeface="Segoe UI"/>
              </a:rPr>
              <a:t>The speaker notes are read word for word. Punctuation sets the pace.</a:t>
            </a:r>
          </a:p>
        </p:txBody>
      </p:sp>
      <p:sp>
        <p:nvSpPr>
          <p:cNvPr id="5" name="Rounded Rectangle 4"/>
          <p:cNvSpPr/>
          <p:nvPr/>
        </p:nvSpPr>
        <p:spPr>
          <a:xfrm>
            <a:off x="548640" y="2103120"/>
            <a:ext cx="11064240" cy="1051560"/>
          </a:xfrm>
          <a:prstGeom prst="roundRect">
            <a:avLst/>
          </a:prstGeom>
          <a:solidFill>
            <a:srgbClr val="FFFFFF"/>
          </a:solidFill>
          <a:ln>
            <a:solidFill>
              <a:srgbClr val="C9B8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331720"/>
            <a:ext cx="4206240" cy="640080"/>
          </a:xfrm>
          <a:prstGeom prst="rect">
            <a:avLst/>
          </a:prstGeom>
          <a:noFill/>
        </p:spPr>
        <p:txBody>
          <a:bodyPr wrap="square" anchor="t">
            <a:spAutoFit/>
          </a:bodyPr>
          <a:lstStyle/>
          <a:p>
            <a:pPr algn="l"/>
            <a:r>
              <a:rPr sz="2200" b="1">
                <a:solidFill>
                  <a:srgbClr val="D94F9A"/>
                </a:solidFill>
                <a:latin typeface="Consolas"/>
              </a:rPr>
              <a:t>[click]</a:t>
            </a:r>
          </a:p>
        </p:txBody>
      </p:sp>
      <p:sp>
        <p:nvSpPr>
          <p:cNvPr id="7" name="TextBox 6"/>
          <p:cNvSpPr txBox="1"/>
          <p:nvPr/>
        </p:nvSpPr>
        <p:spPr>
          <a:xfrm>
            <a:off x="5120640" y="2359152"/>
            <a:ext cx="6400800" cy="640080"/>
          </a:xfrm>
          <a:prstGeom prst="rect">
            <a:avLst/>
          </a:prstGeom>
          <a:noFill/>
        </p:spPr>
        <p:txBody>
          <a:bodyPr wrap="square" anchor="t">
            <a:spAutoFit/>
          </a:bodyPr>
          <a:lstStyle/>
          <a:p>
            <a:pPr algn="l"/>
            <a:r>
              <a:rPr sz="1900" b="0">
                <a:solidFill>
                  <a:srgbClr val="2B2135"/>
                </a:solidFill>
                <a:latin typeface="Segoe UI"/>
              </a:rPr>
              <a:t>reveals the slide's next animation, as the narration reaches it.</a:t>
            </a:r>
          </a:p>
        </p:txBody>
      </p:sp>
      <p:sp>
        <p:nvSpPr>
          <p:cNvPr id="8" name="Rounded Rectangle 7"/>
          <p:cNvSpPr/>
          <p:nvPr/>
        </p:nvSpPr>
        <p:spPr>
          <a:xfrm>
            <a:off x="548640" y="3429000"/>
            <a:ext cx="11064240" cy="1051560"/>
          </a:xfrm>
          <a:prstGeom prst="roundRect">
            <a:avLst/>
          </a:prstGeom>
          <a:solidFill>
            <a:srgbClr val="FFFFFF"/>
          </a:solidFill>
          <a:ln>
            <a:solidFill>
              <a:srgbClr val="C9B8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657600"/>
            <a:ext cx="4206240" cy="640080"/>
          </a:xfrm>
          <a:prstGeom prst="rect">
            <a:avLst/>
          </a:prstGeom>
          <a:noFill/>
        </p:spPr>
        <p:txBody>
          <a:bodyPr wrap="square" anchor="t">
            <a:spAutoFit/>
          </a:bodyPr>
          <a:lstStyle/>
          <a:p>
            <a:pPr algn="l"/>
            <a:r>
              <a:rPr sz="2200" b="1">
                <a:solidFill>
                  <a:srgbClr val="D94F9A"/>
                </a:solidFill>
                <a:latin typeface="Consolas"/>
              </a:rPr>
              <a:t>[voice: bf_emma]</a:t>
            </a:r>
          </a:p>
        </p:txBody>
      </p:sp>
      <p:sp>
        <p:nvSpPr>
          <p:cNvPr id="10" name="TextBox 9"/>
          <p:cNvSpPr txBox="1"/>
          <p:nvPr/>
        </p:nvSpPr>
        <p:spPr>
          <a:xfrm>
            <a:off x="5120640" y="3685032"/>
            <a:ext cx="6400800" cy="640080"/>
          </a:xfrm>
          <a:prstGeom prst="rect">
            <a:avLst/>
          </a:prstGeom>
          <a:noFill/>
        </p:spPr>
        <p:txBody>
          <a:bodyPr wrap="square" anchor="t">
            <a:spAutoFit/>
          </a:bodyPr>
          <a:lstStyle/>
          <a:p>
            <a:pPr algn="l"/>
            <a:r>
              <a:rPr sz="1900" b="0">
                <a:solidFill>
                  <a:srgbClr val="2B2135"/>
                </a:solidFill>
                <a:latin typeface="Segoe UI"/>
              </a:rPr>
              <a:t>switches narrator. [voice: default] switches back.</a:t>
            </a:r>
          </a:p>
        </p:txBody>
      </p:sp>
      <p:sp>
        <p:nvSpPr>
          <p:cNvPr id="11" name="Rounded Rectangle 10"/>
          <p:cNvSpPr/>
          <p:nvPr/>
        </p:nvSpPr>
        <p:spPr>
          <a:xfrm>
            <a:off x="548640" y="4754879"/>
            <a:ext cx="11064240" cy="1051560"/>
          </a:xfrm>
          <a:prstGeom prst="roundRect">
            <a:avLst/>
          </a:prstGeom>
          <a:solidFill>
            <a:srgbClr val="FFFFFF"/>
          </a:solidFill>
          <a:ln>
            <a:solidFill>
              <a:srgbClr val="C9B8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983479"/>
            <a:ext cx="4206240" cy="640080"/>
          </a:xfrm>
          <a:prstGeom prst="rect">
            <a:avLst/>
          </a:prstGeom>
          <a:noFill/>
        </p:spPr>
        <p:txBody>
          <a:bodyPr wrap="square" anchor="t">
            <a:spAutoFit/>
          </a:bodyPr>
          <a:lstStyle/>
          <a:p>
            <a:pPr algn="l"/>
            <a:r>
              <a:rPr sz="2200" b="1">
                <a:solidFill>
                  <a:srgbClr val="D94F9A"/>
                </a:solidFill>
                <a:latin typeface="Consolas"/>
              </a:rPr>
              <a:t>[present](/pɹizˈɛnt/)</a:t>
            </a:r>
          </a:p>
        </p:txBody>
      </p:sp>
      <p:sp>
        <p:nvSpPr>
          <p:cNvPr id="13" name="TextBox 12"/>
          <p:cNvSpPr txBox="1"/>
          <p:nvPr/>
        </p:nvSpPr>
        <p:spPr>
          <a:xfrm>
            <a:off x="5120640" y="5010911"/>
            <a:ext cx="6400800" cy="640080"/>
          </a:xfrm>
          <a:prstGeom prst="rect">
            <a:avLst/>
          </a:prstGeom>
          <a:noFill/>
        </p:spPr>
        <p:txBody>
          <a:bodyPr wrap="square" anchor="t">
            <a:spAutoFit/>
          </a:bodyPr>
          <a:lstStyle/>
          <a:p>
            <a:pPr algn="l"/>
            <a:r>
              <a:rPr sz="1900" b="0">
                <a:solidFill>
                  <a:srgbClr val="2B2135"/>
                </a:solidFill>
                <a:latin typeface="Segoe UI"/>
              </a:rPr>
              <a:t>sets how one word is said, with phonemes.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2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E6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r>
              <a:rPr sz="3400" b="1">
                <a:solidFill>
                  <a:srgbClr val="8E63B5"/>
                </a:solidFill>
                <a:latin typeface="Segoe UI"/>
              </a:rPr>
              <a:t>Check builds</a:t>
            </a:r>
          </a:p>
        </p:txBody>
      </p:sp>
      <p:pic>
        <p:nvPicPr>
          <p:cNvPr id="4" name="Picture 3" descr="b1-check-builds.png"/>
          <p:cNvPicPr>
            <a:picLocks noChangeAspect="1"/>
          </p:cNvPicPr>
          <p:nvPr/>
        </p:nvPicPr>
        <p:blipFill>
          <a:blip r:embed="rId2"/>
          <a:stretch>
            <a:fillRect/>
          </a:stretch>
        </p:blipFill>
        <p:spPr>
          <a:xfrm>
            <a:off x="548640" y="1600802"/>
            <a:ext cx="7315200" cy="4525075"/>
          </a:xfrm>
          <a:prstGeom prst="rect">
            <a:avLst/>
          </a:prstGeom>
          <a:ln w="12700">
            <a:solidFill>
              <a:srgbClr val="C9B8DD"/>
            </a:solidFill>
          </a:ln>
        </p:spPr>
      </p:pic>
      <p:sp>
        <p:nvSpPr>
          <p:cNvPr id="5" name="TextBox 4"/>
          <p:cNvSpPr txBox="1"/>
          <p:nvPr/>
        </p:nvSpPr>
        <p:spPr>
          <a:xfrm>
            <a:off x="8229600" y="1463040"/>
            <a:ext cx="3657600" cy="1097280"/>
          </a:xfrm>
          <a:prstGeom prst="rect">
            <a:avLst/>
          </a:prstGeom>
          <a:noFill/>
        </p:spPr>
        <p:txBody>
          <a:bodyPr wrap="square" anchor="t">
            <a:spAutoFit/>
          </a:bodyPr>
          <a:lstStyle/>
          <a:p>
            <a:pPr algn="l"/>
            <a:r>
              <a:rPr sz="1700" b="0">
                <a:solidFill>
                  <a:srgbClr val="2B2135"/>
                </a:solidFill>
                <a:latin typeface="Segoe UI"/>
              </a:rPr>
              <a:t>Every build state of every slide.</a:t>
            </a:r>
          </a:p>
        </p:txBody>
      </p:sp>
      <p:sp>
        <p:nvSpPr>
          <p:cNvPr id="6" name="TextBox 5"/>
          <p:cNvSpPr txBox="1"/>
          <p:nvPr/>
        </p:nvSpPr>
        <p:spPr>
          <a:xfrm>
            <a:off x="8229600" y="2331720"/>
            <a:ext cx="3657600" cy="1097280"/>
          </a:xfrm>
          <a:prstGeom prst="rect">
            <a:avLst/>
          </a:prstGeom>
          <a:noFill/>
        </p:spPr>
        <p:txBody>
          <a:bodyPr wrap="square" anchor="t">
            <a:spAutoFit/>
          </a:bodyPr>
          <a:lstStyle/>
          <a:p>
            <a:pPr algn="l"/>
            <a:r>
              <a:rPr sz="1700" b="0">
                <a:solidFill>
                  <a:srgbClr val="2B2135"/>
                </a:solidFill>
                <a:latin typeface="Segoe UI"/>
              </a:rPr>
              <a:t>What appears at each click.</a:t>
            </a:r>
          </a:p>
        </p:txBody>
      </p:sp>
      <p:sp>
        <p:nvSpPr>
          <p:cNvPr id="7" name="TextBox 6"/>
          <p:cNvSpPr txBox="1"/>
          <p:nvPr/>
        </p:nvSpPr>
        <p:spPr>
          <a:xfrm>
            <a:off x="8229600" y="3200400"/>
            <a:ext cx="3657600" cy="1097280"/>
          </a:xfrm>
          <a:prstGeom prst="rect">
            <a:avLst/>
          </a:prstGeom>
          <a:noFill/>
        </p:spPr>
        <p:txBody>
          <a:bodyPr wrap="square" anchor="t">
            <a:spAutoFit/>
          </a:bodyPr>
          <a:lstStyle/>
          <a:p>
            <a:pPr algn="l"/>
            <a:r>
              <a:rPr sz="1700" b="0">
                <a:solidFill>
                  <a:srgbClr val="2B2135"/>
                </a:solidFill>
                <a:latin typeface="Segoe UI"/>
              </a:rPr>
              <a:t>Exactly which words are spoken over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2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E6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r>
              <a:rPr sz="3400" b="1">
                <a:solidFill>
                  <a:srgbClr val="8E63B5"/>
                </a:solidFill>
                <a:latin typeface="Segoe UI"/>
              </a:rPr>
              <a:t>Make video</a:t>
            </a:r>
          </a:p>
        </p:txBody>
      </p:sp>
      <p:pic>
        <p:nvPicPr>
          <p:cNvPr id="4" name="Picture 3" descr="m-run-01.png"/>
          <p:cNvPicPr>
            <a:picLocks noChangeAspect="1"/>
          </p:cNvPicPr>
          <p:nvPr/>
        </p:nvPicPr>
        <p:blipFill>
          <a:blip r:embed="rId2"/>
          <a:stretch>
            <a:fillRect/>
          </a:stretch>
        </p:blipFill>
        <p:spPr>
          <a:xfrm>
            <a:off x="548640" y="1600802"/>
            <a:ext cx="7315200" cy="4525075"/>
          </a:xfrm>
          <a:prstGeom prst="rect">
            <a:avLst/>
          </a:prstGeom>
          <a:ln w="12700">
            <a:solidFill>
              <a:srgbClr val="C9B8DD"/>
            </a:solidFill>
          </a:ln>
        </p:spPr>
      </p:pic>
      <p:sp>
        <p:nvSpPr>
          <p:cNvPr id="5" name="Rectangle 4"/>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run-03.png"/>
          <p:cNvPicPr>
            <a:picLocks noChangeAspect="1"/>
          </p:cNvPicPr>
          <p:nvPr/>
        </p:nvPicPr>
        <p:blipFill>
          <a:blip r:embed="rId3"/>
          <a:stretch>
            <a:fillRect/>
          </a:stretch>
        </p:blipFill>
        <p:spPr>
          <a:xfrm>
            <a:off x="548640" y="1600802"/>
            <a:ext cx="7315200" cy="4525075"/>
          </a:xfrm>
          <a:prstGeom prst="rect">
            <a:avLst/>
          </a:prstGeom>
          <a:ln w="12700">
            <a:solidFill>
              <a:srgbClr val="C9B8DD"/>
            </a:solidFill>
          </a:ln>
        </p:spPr>
      </p:pic>
      <p:sp>
        <p:nvSpPr>
          <p:cNvPr id="7" name="Rectangle 6"/>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run-04.png"/>
          <p:cNvPicPr>
            <a:picLocks noChangeAspect="1"/>
          </p:cNvPicPr>
          <p:nvPr/>
        </p:nvPicPr>
        <p:blipFill>
          <a:blip r:embed="rId4"/>
          <a:stretch>
            <a:fillRect/>
          </a:stretch>
        </p:blipFill>
        <p:spPr>
          <a:xfrm>
            <a:off x="548640" y="1600802"/>
            <a:ext cx="7315200" cy="4525075"/>
          </a:xfrm>
          <a:prstGeom prst="rect">
            <a:avLst/>
          </a:prstGeom>
          <a:ln w="12700">
            <a:solidFill>
              <a:srgbClr val="C9B8DD"/>
            </a:solidFill>
          </a:ln>
        </p:spPr>
      </p:pic>
      <p:sp>
        <p:nvSpPr>
          <p:cNvPr id="9" name="Rectangle 8"/>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run-05.png"/>
          <p:cNvPicPr>
            <a:picLocks noChangeAspect="1"/>
          </p:cNvPicPr>
          <p:nvPr/>
        </p:nvPicPr>
        <p:blipFill>
          <a:blip r:embed="rId5"/>
          <a:stretch>
            <a:fillRect/>
          </a:stretch>
        </p:blipFill>
        <p:spPr>
          <a:xfrm>
            <a:off x="548640" y="1600802"/>
            <a:ext cx="7315200" cy="4525075"/>
          </a:xfrm>
          <a:prstGeom prst="rect">
            <a:avLst/>
          </a:prstGeom>
          <a:ln w="12700">
            <a:solidFill>
              <a:srgbClr val="C9B8DD"/>
            </a:solidFill>
          </a:ln>
        </p:spPr>
      </p:pic>
      <p:sp>
        <p:nvSpPr>
          <p:cNvPr id="11" name="Rectangle 10"/>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m-run-06.png"/>
          <p:cNvPicPr>
            <a:picLocks noChangeAspect="1"/>
          </p:cNvPicPr>
          <p:nvPr/>
        </p:nvPicPr>
        <p:blipFill>
          <a:blip r:embed="rId6"/>
          <a:stretch>
            <a:fillRect/>
          </a:stretch>
        </p:blipFill>
        <p:spPr>
          <a:xfrm>
            <a:off x="548640" y="1600802"/>
            <a:ext cx="7315200" cy="4525075"/>
          </a:xfrm>
          <a:prstGeom prst="rect">
            <a:avLst/>
          </a:prstGeom>
          <a:ln w="12700">
            <a:solidFill>
              <a:srgbClr val="C9B8DD"/>
            </a:solidFill>
          </a:ln>
        </p:spPr>
      </p:pic>
      <p:sp>
        <p:nvSpPr>
          <p:cNvPr id="13" name="Rectangle 12"/>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m-run-07.png"/>
          <p:cNvPicPr>
            <a:picLocks noChangeAspect="1"/>
          </p:cNvPicPr>
          <p:nvPr/>
        </p:nvPicPr>
        <p:blipFill>
          <a:blip r:embed="rId7"/>
          <a:stretch>
            <a:fillRect/>
          </a:stretch>
        </p:blipFill>
        <p:spPr>
          <a:xfrm>
            <a:off x="548640" y="1600802"/>
            <a:ext cx="7315200" cy="4525075"/>
          </a:xfrm>
          <a:prstGeom prst="rect">
            <a:avLst/>
          </a:prstGeom>
          <a:ln w="12700">
            <a:solidFill>
              <a:srgbClr val="C9B8DD"/>
            </a:solidFill>
          </a:ln>
        </p:spPr>
      </p:pic>
      <p:sp>
        <p:nvSpPr>
          <p:cNvPr id="15" name="Rectangle 14"/>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done.png"/>
          <p:cNvPicPr>
            <a:picLocks noChangeAspect="1"/>
          </p:cNvPicPr>
          <p:nvPr/>
        </p:nvPicPr>
        <p:blipFill>
          <a:blip r:embed="rId8"/>
          <a:stretch>
            <a:fillRect/>
          </a:stretch>
        </p:blipFill>
        <p:spPr>
          <a:xfrm>
            <a:off x="548640" y="1600802"/>
            <a:ext cx="7315200" cy="4525075"/>
          </a:xfrm>
          <a:prstGeom prst="rect">
            <a:avLst/>
          </a:prstGeom>
          <a:ln w="12700">
            <a:solidFill>
              <a:srgbClr val="C9B8DD"/>
            </a:solidFill>
          </a:ln>
        </p:spPr>
      </p:pic>
      <p:sp>
        <p:nvSpPr>
          <p:cNvPr id="17" name="TextBox 16"/>
          <p:cNvSpPr txBox="1"/>
          <p:nvPr/>
        </p:nvSpPr>
        <p:spPr>
          <a:xfrm>
            <a:off x="8229600" y="1463040"/>
            <a:ext cx="3657600" cy="1097280"/>
          </a:xfrm>
          <a:prstGeom prst="rect">
            <a:avLst/>
          </a:prstGeom>
          <a:noFill/>
        </p:spPr>
        <p:txBody>
          <a:bodyPr wrap="square" anchor="t">
            <a:spAutoFit/>
          </a:bodyPr>
          <a:lstStyle/>
          <a:p>
            <a:pPr algn="l"/>
            <a:r>
              <a:rPr sz="1700" b="0">
                <a:solidFill>
                  <a:srgbClr val="2B2135"/>
                </a:solidFill>
                <a:latin typeface="Segoe UI"/>
              </a:rPr>
              <a:t>The Log tab shows every step.</a:t>
            </a:r>
          </a:p>
        </p:txBody>
      </p:sp>
      <p:sp>
        <p:nvSpPr>
          <p:cNvPr id="18" name="TextBox 17"/>
          <p:cNvSpPr txBox="1"/>
          <p:nvPr/>
        </p:nvSpPr>
        <p:spPr>
          <a:xfrm>
            <a:off x="8229600" y="2331720"/>
            <a:ext cx="3657600" cy="1097280"/>
          </a:xfrm>
          <a:prstGeom prst="rect">
            <a:avLst/>
          </a:prstGeom>
          <a:noFill/>
        </p:spPr>
        <p:txBody>
          <a:bodyPr wrap="square" anchor="t">
            <a:spAutoFit/>
          </a:bodyPr>
          <a:lstStyle/>
          <a:p>
            <a:pPr algn="l"/>
            <a:r>
              <a:rPr sz="1700" b="0">
                <a:solidFill>
                  <a:srgbClr val="2B2135"/>
                </a:solidFill>
                <a:latin typeface="Segoe UI"/>
              </a:rPr>
              <a:t>Watch the progress bar and the status line.</a:t>
            </a:r>
          </a:p>
        </p:txBody>
      </p:sp>
      <p:sp>
        <p:nvSpPr>
          <p:cNvPr id="19" name="TextBox 18"/>
          <p:cNvSpPr txBox="1"/>
          <p:nvPr/>
        </p:nvSpPr>
        <p:spPr>
          <a:xfrm>
            <a:off x="8229600" y="3200400"/>
            <a:ext cx="3657600" cy="1097280"/>
          </a:xfrm>
          <a:prstGeom prst="rect">
            <a:avLst/>
          </a:prstGeom>
          <a:noFill/>
        </p:spPr>
        <p:txBody>
          <a:bodyPr wrap="square" anchor="t">
            <a:spAutoFit/>
          </a:bodyPr>
          <a:lstStyle/>
          <a:p>
            <a:pPr algn="l"/>
            <a:r>
              <a:rPr sz="1700" b="0">
                <a:solidFill>
                  <a:srgbClr val="2B2135"/>
                </a:solidFill>
                <a:latin typeface="Segoe UI"/>
              </a:rPr>
              <a:t>Under a minute for this deck, on a 4-core CPU.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2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E6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r>
              <a:rPr sz="3400" b="1">
                <a:solidFill>
                  <a:srgbClr val="8E63B5"/>
                </a:solidFill>
                <a:latin typeface="Segoe UI"/>
              </a:rPr>
              <a:t>Watch the result</a:t>
            </a:r>
          </a:p>
        </p:txBody>
      </p:sp>
      <p:pic>
        <p:nvPicPr>
          <p:cNvPr id="4" name="Picture 3" descr="pl-1.png"/>
          <p:cNvPicPr>
            <a:picLocks noChangeAspect="1"/>
          </p:cNvPicPr>
          <p:nvPr/>
        </p:nvPicPr>
        <p:blipFill>
          <a:blip r:embed="rId2"/>
          <a:stretch>
            <a:fillRect/>
          </a:stretch>
        </p:blipFill>
        <p:spPr>
          <a:xfrm>
            <a:off x="880723" y="1234440"/>
            <a:ext cx="6651034" cy="5257800"/>
          </a:xfrm>
          <a:prstGeom prst="rect">
            <a:avLst/>
          </a:prstGeom>
          <a:ln w="12700">
            <a:solidFill>
              <a:srgbClr val="C9B8DD"/>
            </a:solidFill>
          </a:ln>
        </p:spPr>
      </p:pic>
      <p:sp>
        <p:nvSpPr>
          <p:cNvPr id="5" name="Rectangle 4"/>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l-2.png"/>
          <p:cNvPicPr>
            <a:picLocks noChangeAspect="1"/>
          </p:cNvPicPr>
          <p:nvPr/>
        </p:nvPicPr>
        <p:blipFill>
          <a:blip r:embed="rId3"/>
          <a:stretch>
            <a:fillRect/>
          </a:stretch>
        </p:blipFill>
        <p:spPr>
          <a:xfrm>
            <a:off x="880723" y="1234440"/>
            <a:ext cx="6651034" cy="5257800"/>
          </a:xfrm>
          <a:prstGeom prst="rect">
            <a:avLst/>
          </a:prstGeom>
          <a:ln w="12700">
            <a:solidFill>
              <a:srgbClr val="C9B8DD"/>
            </a:solidFill>
          </a:ln>
        </p:spPr>
      </p:pic>
      <p:sp>
        <p:nvSpPr>
          <p:cNvPr id="7" name="Rectangle 6"/>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l-3.png"/>
          <p:cNvPicPr>
            <a:picLocks noChangeAspect="1"/>
          </p:cNvPicPr>
          <p:nvPr/>
        </p:nvPicPr>
        <p:blipFill>
          <a:blip r:embed="rId4"/>
          <a:stretch>
            <a:fillRect/>
          </a:stretch>
        </p:blipFill>
        <p:spPr>
          <a:xfrm>
            <a:off x="880723" y="1234440"/>
            <a:ext cx="6651034" cy="5257800"/>
          </a:xfrm>
          <a:prstGeom prst="rect">
            <a:avLst/>
          </a:prstGeom>
          <a:ln w="12700">
            <a:solidFill>
              <a:srgbClr val="C9B8DD"/>
            </a:solidFill>
          </a:ln>
        </p:spPr>
      </p:pic>
      <p:sp>
        <p:nvSpPr>
          <p:cNvPr id="9" name="Rectangle 8"/>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l-4.png"/>
          <p:cNvPicPr>
            <a:picLocks noChangeAspect="1"/>
          </p:cNvPicPr>
          <p:nvPr/>
        </p:nvPicPr>
        <p:blipFill>
          <a:blip r:embed="rId5"/>
          <a:stretch>
            <a:fillRect/>
          </a:stretch>
        </p:blipFill>
        <p:spPr>
          <a:xfrm>
            <a:off x="880723" y="1234440"/>
            <a:ext cx="6651034" cy="5257800"/>
          </a:xfrm>
          <a:prstGeom prst="rect">
            <a:avLst/>
          </a:prstGeom>
          <a:ln w="12700">
            <a:solidFill>
              <a:srgbClr val="C9B8DD"/>
            </a:solidFill>
          </a:ln>
        </p:spPr>
      </p:pic>
      <p:sp>
        <p:nvSpPr>
          <p:cNvPr id="11" name="Rectangle 10"/>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open-folder.png"/>
          <p:cNvPicPr>
            <a:picLocks noChangeAspect="1"/>
          </p:cNvPicPr>
          <p:nvPr/>
        </p:nvPicPr>
        <p:blipFill>
          <a:blip r:embed="rId6"/>
          <a:stretch>
            <a:fillRect/>
          </a:stretch>
        </p:blipFill>
        <p:spPr>
          <a:xfrm>
            <a:off x="726162" y="1234440"/>
            <a:ext cx="6960156" cy="5257800"/>
          </a:xfrm>
          <a:prstGeom prst="rect">
            <a:avLst/>
          </a:prstGeom>
          <a:ln w="12700">
            <a:solidFill>
              <a:srgbClr val="C9B8DD"/>
            </a:solidFill>
          </a:ln>
        </p:spPr>
      </p:pic>
      <p:sp>
        <p:nvSpPr>
          <p:cNvPr id="13" name="TextBox 12"/>
          <p:cNvSpPr txBox="1"/>
          <p:nvPr/>
        </p:nvSpPr>
        <p:spPr>
          <a:xfrm>
            <a:off x="8229600" y="1463040"/>
            <a:ext cx="3657600" cy="1097280"/>
          </a:xfrm>
          <a:prstGeom prst="rect">
            <a:avLst/>
          </a:prstGeom>
          <a:noFill/>
        </p:spPr>
        <p:txBody>
          <a:bodyPr wrap="square" anchor="t">
            <a:spAutoFit/>
          </a:bodyPr>
          <a:lstStyle/>
          <a:p>
            <a:pPr algn="l"/>
            <a:r>
              <a:rPr sz="1700" b="0">
                <a:solidFill>
                  <a:srgbClr val="2B2135"/>
                </a:solidFill>
                <a:latin typeface="Segoe UI"/>
              </a:rPr>
              <a:t>Play video opens it in your video player.</a:t>
            </a:r>
          </a:p>
        </p:txBody>
      </p:sp>
      <p:sp>
        <p:nvSpPr>
          <p:cNvPr id="14" name="TextBox 13"/>
          <p:cNvSpPr txBox="1"/>
          <p:nvPr/>
        </p:nvSpPr>
        <p:spPr>
          <a:xfrm>
            <a:off x="8229600" y="2468880"/>
            <a:ext cx="3657600" cy="1097280"/>
          </a:xfrm>
          <a:prstGeom prst="rect">
            <a:avLst/>
          </a:prstGeom>
          <a:noFill/>
        </p:spPr>
        <p:txBody>
          <a:bodyPr wrap="square" anchor="t">
            <a:spAutoFit/>
          </a:bodyPr>
          <a:lstStyle/>
          <a:p>
            <a:pPr algn="l"/>
            <a:r>
              <a:rPr sz="1700" b="0">
                <a:solidFill>
                  <a:srgbClr val="2B2135"/>
                </a:solidFill>
                <a:latin typeface="Segoe UI"/>
              </a:rPr>
              <a:t>Each [click] became a cut, right on cue.</a:t>
            </a:r>
          </a:p>
        </p:txBody>
      </p:sp>
      <p:sp>
        <p:nvSpPr>
          <p:cNvPr id="15" name="TextBox 14"/>
          <p:cNvSpPr txBox="1"/>
          <p:nvPr/>
        </p:nvSpPr>
        <p:spPr>
          <a:xfrm>
            <a:off x="8229600" y="3474720"/>
            <a:ext cx="3657600" cy="1097280"/>
          </a:xfrm>
          <a:prstGeom prst="rect">
            <a:avLst/>
          </a:prstGeom>
          <a:noFill/>
        </p:spPr>
        <p:txBody>
          <a:bodyPr wrap="square" anchor="t">
            <a:spAutoFit/>
          </a:bodyPr>
          <a:lstStyle/>
          <a:p>
            <a:pPr algn="l"/>
            <a:r>
              <a:rPr sz="1700" b="0">
                <a:solidFill>
                  <a:srgbClr val="2B2135"/>
                </a:solidFill>
                <a:latin typeface="Segoe UI"/>
              </a:rPr>
              <a:t>Open folder shows where it was saved.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2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E6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r>
              <a:rPr sz="3400" b="1">
                <a:solidFill>
                  <a:srgbClr val="8E63B5"/>
                </a:solidFill>
                <a:latin typeface="Segoe UI"/>
              </a:rPr>
              <a:t>Check pronunciation</a:t>
            </a:r>
          </a:p>
        </p:txBody>
      </p:sp>
      <p:pic>
        <p:nvPicPr>
          <p:cNvPr id="4" name="Picture 3" descr="r1-open.png"/>
          <p:cNvPicPr>
            <a:picLocks noChangeAspect="1"/>
          </p:cNvPicPr>
          <p:nvPr/>
        </p:nvPicPr>
        <p:blipFill>
          <a:blip r:embed="rId2"/>
          <a:stretch>
            <a:fillRect/>
          </a:stretch>
        </p:blipFill>
        <p:spPr>
          <a:xfrm>
            <a:off x="767715" y="1234440"/>
            <a:ext cx="6877050" cy="5257800"/>
          </a:xfrm>
          <a:prstGeom prst="rect">
            <a:avLst/>
          </a:prstGeom>
          <a:ln w="12700">
            <a:solidFill>
              <a:srgbClr val="C9B8DD"/>
            </a:solidFill>
          </a:ln>
        </p:spPr>
      </p:pic>
      <p:sp>
        <p:nvSpPr>
          <p:cNvPr id="5" name="Rectangle 4"/>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2-play-spelled.png"/>
          <p:cNvPicPr>
            <a:picLocks noChangeAspect="1"/>
          </p:cNvPicPr>
          <p:nvPr/>
        </p:nvPicPr>
        <p:blipFill>
          <a:blip r:embed="rId3"/>
          <a:stretch>
            <a:fillRect/>
          </a:stretch>
        </p:blipFill>
        <p:spPr>
          <a:xfrm>
            <a:off x="767715" y="1234440"/>
            <a:ext cx="6877050" cy="5257800"/>
          </a:xfrm>
          <a:prstGeom prst="rect">
            <a:avLst/>
          </a:prstGeom>
          <a:ln w="12700">
            <a:solidFill>
              <a:srgbClr val="C9B8DD"/>
            </a:solidFill>
          </a:ln>
        </p:spPr>
      </p:pic>
      <p:sp>
        <p:nvSpPr>
          <p:cNvPr id="7" name="Rectangle 6"/>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3-typed.png"/>
          <p:cNvPicPr>
            <a:picLocks noChangeAspect="1"/>
          </p:cNvPicPr>
          <p:nvPr/>
        </p:nvPicPr>
        <p:blipFill>
          <a:blip r:embed="rId4"/>
          <a:stretch>
            <a:fillRect/>
          </a:stretch>
        </p:blipFill>
        <p:spPr>
          <a:xfrm>
            <a:off x="767715" y="1234440"/>
            <a:ext cx="6877050" cy="5257800"/>
          </a:xfrm>
          <a:prstGeom prst="rect">
            <a:avLst/>
          </a:prstGeom>
          <a:ln w="12700">
            <a:solidFill>
              <a:srgbClr val="C9B8DD"/>
            </a:solidFill>
          </a:ln>
        </p:spPr>
      </p:pic>
      <p:sp>
        <p:nvSpPr>
          <p:cNvPr id="9" name="Rectangle 8"/>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r4-play-engine.png"/>
          <p:cNvPicPr>
            <a:picLocks noChangeAspect="1"/>
          </p:cNvPicPr>
          <p:nvPr/>
        </p:nvPicPr>
        <p:blipFill>
          <a:blip r:embed="rId5"/>
          <a:stretch>
            <a:fillRect/>
          </a:stretch>
        </p:blipFill>
        <p:spPr>
          <a:xfrm>
            <a:off x="767715" y="1234440"/>
            <a:ext cx="6877050" cy="5257800"/>
          </a:xfrm>
          <a:prstGeom prst="rect">
            <a:avLst/>
          </a:prstGeom>
          <a:ln w="12700">
            <a:solidFill>
              <a:srgbClr val="C9B8DD"/>
            </a:solidFill>
          </a:ln>
        </p:spPr>
      </p:pic>
      <p:sp>
        <p:nvSpPr>
          <p:cNvPr id="11" name="Rectangle 10"/>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5-nginx-saved.png"/>
          <p:cNvPicPr>
            <a:picLocks noChangeAspect="1"/>
          </p:cNvPicPr>
          <p:nvPr/>
        </p:nvPicPr>
        <p:blipFill>
          <a:blip r:embed="rId6"/>
          <a:stretch>
            <a:fillRect/>
          </a:stretch>
        </p:blipFill>
        <p:spPr>
          <a:xfrm>
            <a:off x="767715" y="1234440"/>
            <a:ext cx="6877050" cy="5257800"/>
          </a:xfrm>
          <a:prstGeom prst="rect">
            <a:avLst/>
          </a:prstGeom>
          <a:ln w="12700">
            <a:solidFill>
              <a:srgbClr val="C9B8DD"/>
            </a:solidFill>
          </a:ln>
        </p:spPr>
      </p:pic>
      <p:sp>
        <p:nvSpPr>
          <p:cNvPr id="13" name="TextBox 12"/>
          <p:cNvSpPr txBox="1"/>
          <p:nvPr/>
        </p:nvSpPr>
        <p:spPr>
          <a:xfrm>
            <a:off x="8229600" y="1463040"/>
            <a:ext cx="3657600" cy="1097280"/>
          </a:xfrm>
          <a:prstGeom prst="rect">
            <a:avLst/>
          </a:prstGeom>
          <a:noFill/>
        </p:spPr>
        <p:txBody>
          <a:bodyPr wrap="square" anchor="t">
            <a:spAutoFit/>
          </a:bodyPr>
          <a:lstStyle/>
          <a:p>
            <a:pPr algn="l"/>
            <a:r>
              <a:rPr sz="1700" b="0">
                <a:solidFill>
                  <a:srgbClr val="2B2135"/>
                </a:solidFill>
                <a:latin typeface="Segoe UI"/>
              </a:rPr>
              <a:t>Lists only the words that may come out wrong.</a:t>
            </a:r>
          </a:p>
        </p:txBody>
      </p:sp>
      <p:sp>
        <p:nvSpPr>
          <p:cNvPr id="14" name="TextBox 13"/>
          <p:cNvSpPr txBox="1"/>
          <p:nvPr/>
        </p:nvSpPr>
        <p:spPr>
          <a:xfrm>
            <a:off x="8229600" y="2468880"/>
            <a:ext cx="3657600" cy="1097280"/>
          </a:xfrm>
          <a:prstGeom prst="rect">
            <a:avLst/>
          </a:prstGeom>
          <a:noFill/>
        </p:spPr>
        <p:txBody>
          <a:bodyPr wrap="square" anchor="t">
            <a:spAutoFit/>
          </a:bodyPr>
          <a:lstStyle/>
          <a:p>
            <a:pPr algn="l"/>
            <a:r>
              <a:rPr sz="1700" b="0">
                <a:solidFill>
                  <a:srgbClr val="2B2135"/>
                </a:solidFill>
                <a:latin typeface="Segoe UI"/>
              </a:rPr>
              <a:t>Play hears it; Sounds like tries a spelling.</a:t>
            </a:r>
          </a:p>
        </p:txBody>
      </p:sp>
      <p:sp>
        <p:nvSpPr>
          <p:cNvPr id="15" name="TextBox 14"/>
          <p:cNvSpPr txBox="1"/>
          <p:nvPr/>
        </p:nvSpPr>
        <p:spPr>
          <a:xfrm>
            <a:off x="8229600" y="3474720"/>
            <a:ext cx="3657600" cy="1097280"/>
          </a:xfrm>
          <a:prstGeom prst="rect">
            <a:avLst/>
          </a:prstGeom>
          <a:noFill/>
        </p:spPr>
        <p:txBody>
          <a:bodyPr wrap="square" anchor="t">
            <a:spAutoFit/>
          </a:bodyPr>
          <a:lstStyle/>
          <a:p>
            <a:pPr algn="l"/>
            <a:r>
              <a:rPr sz="1700" b="0">
                <a:solidFill>
                  <a:srgbClr val="2B2135"/>
                </a:solidFill>
                <a:latin typeface="Segoe UI"/>
              </a:rPr>
              <a:t>Use this saves a new word in your dictionary.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2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E6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r>
              <a:rPr sz="3400" b="1">
                <a:solidFill>
                  <a:srgbClr val="8E63B5"/>
                </a:solidFill>
                <a:latin typeface="Segoe UI"/>
              </a:rPr>
              <a:t>A word the voice doesn't know</a:t>
            </a:r>
          </a:p>
        </p:txBody>
      </p:sp>
      <p:pic>
        <p:nvPicPr>
          <p:cNvPr id="4" name="Picture 3" descr="r6-nvme-typed.png"/>
          <p:cNvPicPr>
            <a:picLocks noChangeAspect="1"/>
          </p:cNvPicPr>
          <p:nvPr/>
        </p:nvPicPr>
        <p:blipFill>
          <a:blip r:embed="rId2"/>
          <a:stretch>
            <a:fillRect/>
          </a:stretch>
        </p:blipFill>
        <p:spPr>
          <a:xfrm>
            <a:off x="767715" y="1234440"/>
            <a:ext cx="6877050" cy="5257800"/>
          </a:xfrm>
          <a:prstGeom prst="rect">
            <a:avLst/>
          </a:prstGeom>
          <a:ln w="12700">
            <a:solidFill>
              <a:srgbClr val="C9B8DD"/>
            </a:solidFill>
          </a:ln>
        </p:spPr>
      </p:pic>
      <p:sp>
        <p:nvSpPr>
          <p:cNvPr id="5" name="Rectangle 4"/>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7-nvme-saved.png"/>
          <p:cNvPicPr>
            <a:picLocks noChangeAspect="1"/>
          </p:cNvPicPr>
          <p:nvPr/>
        </p:nvPicPr>
        <p:blipFill>
          <a:blip r:embed="rId3"/>
          <a:stretch>
            <a:fillRect/>
          </a:stretch>
        </p:blipFill>
        <p:spPr>
          <a:xfrm>
            <a:off x="767715" y="1234440"/>
            <a:ext cx="6877050" cy="5257800"/>
          </a:xfrm>
          <a:prstGeom prst="rect">
            <a:avLst/>
          </a:prstGeom>
          <a:ln w="12700">
            <a:solidFill>
              <a:srgbClr val="C9B8DD"/>
            </a:solidFill>
          </a:ln>
        </p:spPr>
      </p:pic>
      <p:sp>
        <p:nvSpPr>
          <p:cNvPr id="7" name="TextBox 6"/>
          <p:cNvSpPr txBox="1"/>
          <p:nvPr/>
        </p:nvSpPr>
        <p:spPr>
          <a:xfrm>
            <a:off x="8229600" y="1463040"/>
            <a:ext cx="3657600" cy="1097280"/>
          </a:xfrm>
          <a:prstGeom prst="rect">
            <a:avLst/>
          </a:prstGeom>
          <a:noFill/>
        </p:spPr>
        <p:txBody>
          <a:bodyPr wrap="square" anchor="t">
            <a:spAutoFit/>
          </a:bodyPr>
          <a:lstStyle/>
          <a:p>
            <a:pPr algn="l"/>
            <a:r>
              <a:rPr sz="1700" b="0">
                <a:solidFill>
                  <a:srgbClr val="2B2135"/>
                </a:solidFill>
                <a:latin typeface="Segoe UI"/>
              </a:rPr>
              <a:t>Not in the dictionary? The voice guesses.</a:t>
            </a:r>
          </a:p>
        </p:txBody>
      </p:sp>
      <p:sp>
        <p:nvSpPr>
          <p:cNvPr id="8" name="TextBox 7"/>
          <p:cNvSpPr txBox="1"/>
          <p:nvPr/>
        </p:nvSpPr>
        <p:spPr>
          <a:xfrm>
            <a:off x="8229600" y="2468880"/>
            <a:ext cx="3657600" cy="1097280"/>
          </a:xfrm>
          <a:prstGeom prst="rect">
            <a:avLst/>
          </a:prstGeom>
          <a:noFill/>
        </p:spPr>
        <p:txBody>
          <a:bodyPr wrap="square" anchor="t">
            <a:spAutoFit/>
          </a:bodyPr>
          <a:lstStyle/>
          <a:p>
            <a:pPr algn="l"/>
            <a:r>
              <a:rPr sz="1700" b="0">
                <a:solidFill>
                  <a:srgbClr val="2B2135"/>
                </a:solidFill>
                <a:latin typeface="Segoe UI"/>
              </a:rPr>
              <a:t>Spell it how it should sound, then Use this.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2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E6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r>
              <a:rPr sz="3400" b="1">
                <a:solidFill>
                  <a:srgbClr val="8E63B5"/>
                </a:solidFill>
                <a:latin typeface="Segoe UI"/>
              </a:rPr>
              <a:t>A word with two meanings</a:t>
            </a:r>
          </a:p>
        </p:txBody>
      </p:sp>
      <p:pic>
        <p:nvPicPr>
          <p:cNvPr id="4" name="Picture 3" descr="r8-present.png"/>
          <p:cNvPicPr>
            <a:picLocks noChangeAspect="1"/>
          </p:cNvPicPr>
          <p:nvPr/>
        </p:nvPicPr>
        <p:blipFill>
          <a:blip r:embed="rId2"/>
          <a:stretch>
            <a:fillRect/>
          </a:stretch>
        </p:blipFill>
        <p:spPr>
          <a:xfrm>
            <a:off x="767715" y="1234440"/>
            <a:ext cx="6877050" cy="5257800"/>
          </a:xfrm>
          <a:prstGeom prst="rect">
            <a:avLst/>
          </a:prstGeom>
          <a:ln w="12700">
            <a:solidFill>
              <a:srgbClr val="C9B8DD"/>
            </a:solidFill>
          </a:ln>
        </p:spPr>
      </p:pic>
      <p:sp>
        <p:nvSpPr>
          <p:cNvPr id="5" name="Rectangle 4"/>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9-play-usual.png"/>
          <p:cNvPicPr>
            <a:picLocks noChangeAspect="1"/>
          </p:cNvPicPr>
          <p:nvPr/>
        </p:nvPicPr>
        <p:blipFill>
          <a:blip r:embed="rId3"/>
          <a:stretch>
            <a:fillRect/>
          </a:stretch>
        </p:blipFill>
        <p:spPr>
          <a:xfrm>
            <a:off x="767715" y="1234440"/>
            <a:ext cx="6877050" cy="5257800"/>
          </a:xfrm>
          <a:prstGeom prst="rect">
            <a:avLst/>
          </a:prstGeom>
          <a:ln w="12700">
            <a:solidFill>
              <a:srgbClr val="C9B8DD"/>
            </a:solidFill>
          </a:ln>
        </p:spPr>
      </p:pic>
      <p:sp>
        <p:nvSpPr>
          <p:cNvPr id="7" name="Rectangle 6"/>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10-present-saved.png"/>
          <p:cNvPicPr>
            <a:picLocks noChangeAspect="1"/>
          </p:cNvPicPr>
          <p:nvPr/>
        </p:nvPicPr>
        <p:blipFill>
          <a:blip r:embed="rId4"/>
          <a:stretch>
            <a:fillRect/>
          </a:stretch>
        </p:blipFill>
        <p:spPr>
          <a:xfrm>
            <a:off x="767715" y="1234440"/>
            <a:ext cx="6877050" cy="5257800"/>
          </a:xfrm>
          <a:prstGeom prst="rect">
            <a:avLst/>
          </a:prstGeom>
          <a:ln w="12700">
            <a:solidFill>
              <a:srgbClr val="C9B8DD"/>
            </a:solidFill>
          </a:ln>
        </p:spPr>
      </p:pic>
      <p:sp>
        <p:nvSpPr>
          <p:cNvPr id="9" name="Rectangle 8"/>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r11-recheck.png"/>
          <p:cNvPicPr>
            <a:picLocks noChangeAspect="1"/>
          </p:cNvPicPr>
          <p:nvPr/>
        </p:nvPicPr>
        <p:blipFill>
          <a:blip r:embed="rId5"/>
          <a:stretch>
            <a:fillRect/>
          </a:stretch>
        </p:blipFill>
        <p:spPr>
          <a:xfrm>
            <a:off x="767715" y="1234440"/>
            <a:ext cx="6877050" cy="5257800"/>
          </a:xfrm>
          <a:prstGeom prst="rect">
            <a:avLst/>
          </a:prstGeom>
          <a:ln w="12700">
            <a:solidFill>
              <a:srgbClr val="C9B8DD"/>
            </a:solidFill>
          </a:ln>
        </p:spPr>
      </p:pic>
      <p:sp>
        <p:nvSpPr>
          <p:cNvPr id="11" name="TextBox 10"/>
          <p:cNvSpPr txBox="1"/>
          <p:nvPr/>
        </p:nvSpPr>
        <p:spPr>
          <a:xfrm>
            <a:off x="8229600" y="1463040"/>
            <a:ext cx="3657600" cy="1097280"/>
          </a:xfrm>
          <a:prstGeom prst="rect">
            <a:avLst/>
          </a:prstGeom>
          <a:noFill/>
        </p:spPr>
        <p:txBody>
          <a:bodyPr wrap="square" anchor="t">
            <a:spAutoFit/>
          </a:bodyPr>
          <a:lstStyle/>
          <a:p>
            <a:pPr algn="l"/>
            <a:r>
              <a:rPr sz="1700" b="0">
                <a:solidFill>
                  <a:srgbClr val="2B2135"/>
                </a:solidFill>
                <a:latin typeface="Segoe UI"/>
              </a:rPr>
              <a:t>Play each reading, then Use this on the right one.</a:t>
            </a:r>
          </a:p>
        </p:txBody>
      </p:sp>
      <p:sp>
        <p:nvSpPr>
          <p:cNvPr id="12" name="TextBox 11"/>
          <p:cNvSpPr txBox="1"/>
          <p:nvPr/>
        </p:nvSpPr>
        <p:spPr>
          <a:xfrm>
            <a:off x="8229600" y="2468880"/>
            <a:ext cx="3657600" cy="1097280"/>
          </a:xfrm>
          <a:prstGeom prst="rect">
            <a:avLst/>
          </a:prstGeom>
          <a:noFill/>
        </p:spPr>
        <p:txBody>
          <a:bodyPr wrap="square" anchor="t">
            <a:spAutoFit/>
          </a:bodyPr>
          <a:lstStyle/>
          <a:p>
            <a:pPr algn="l"/>
            <a:r>
              <a:rPr sz="1700" b="0">
                <a:solidFill>
                  <a:srgbClr val="2B2135"/>
                </a:solidFill>
                <a:latin typeface="Segoe UI"/>
              </a:rPr>
              <a:t>This kind is saved in that slide's notes.</a:t>
            </a:r>
          </a:p>
        </p:txBody>
      </p:sp>
      <p:sp>
        <p:nvSpPr>
          <p:cNvPr id="13" name="TextBox 12"/>
          <p:cNvSpPr txBox="1"/>
          <p:nvPr/>
        </p:nvSpPr>
        <p:spPr>
          <a:xfrm>
            <a:off x="8229600" y="3474720"/>
            <a:ext cx="3657600" cy="1097280"/>
          </a:xfrm>
          <a:prstGeom prst="rect">
            <a:avLst/>
          </a:prstGeom>
          <a:noFill/>
        </p:spPr>
        <p:txBody>
          <a:bodyPr wrap="square" anchor="t">
            <a:spAutoFit/>
          </a:bodyPr>
          <a:lstStyle/>
          <a:p>
            <a:pPr algn="l"/>
            <a:r>
              <a:rPr sz="1700" b="0">
                <a:solidFill>
                  <a:srgbClr val="2B2135"/>
                </a:solidFill>
                <a:latin typeface="Segoe UI"/>
              </a:rPr>
              <a:t>The original deck is kept, the first 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2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E6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r>
              <a:rPr sz="3400" b="1">
                <a:solidFill>
                  <a:srgbClr val="8E63B5"/>
                </a:solidFill>
                <a:latin typeface="Segoe UI"/>
              </a:rPr>
              <a:t>Your pronunciation dictionary</a:t>
            </a:r>
          </a:p>
        </p:txBody>
      </p:sp>
      <p:pic>
        <p:nvPicPr>
          <p:cNvPr id="4" name="Picture 3" descr="pr1-tab.png"/>
          <p:cNvPicPr>
            <a:picLocks noChangeAspect="1"/>
          </p:cNvPicPr>
          <p:nvPr/>
        </p:nvPicPr>
        <p:blipFill>
          <a:blip r:embed="rId2"/>
          <a:stretch>
            <a:fillRect/>
          </a:stretch>
        </p:blipFill>
        <p:spPr>
          <a:xfrm>
            <a:off x="548640" y="1600802"/>
            <a:ext cx="7315200" cy="4525075"/>
          </a:xfrm>
          <a:prstGeom prst="rect">
            <a:avLst/>
          </a:prstGeom>
          <a:ln w="12700">
            <a:solidFill>
              <a:srgbClr val="C9B8DD"/>
            </a:solidFill>
          </a:ln>
        </p:spPr>
      </p:pic>
      <p:sp>
        <p:nvSpPr>
          <p:cNvPr id="5" name="Rectangle 4"/>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r2-dict-notepad.png"/>
          <p:cNvPicPr>
            <a:picLocks noChangeAspect="1"/>
          </p:cNvPicPr>
          <p:nvPr/>
        </p:nvPicPr>
        <p:blipFill>
          <a:blip r:embed="rId3"/>
          <a:stretch>
            <a:fillRect/>
          </a:stretch>
        </p:blipFill>
        <p:spPr>
          <a:xfrm>
            <a:off x="548640" y="1383120"/>
            <a:ext cx="7315200" cy="4960439"/>
          </a:xfrm>
          <a:prstGeom prst="rect">
            <a:avLst/>
          </a:prstGeom>
          <a:ln w="12700">
            <a:solidFill>
              <a:srgbClr val="C9B8DD"/>
            </a:solidFill>
          </a:ln>
        </p:spPr>
      </p:pic>
      <p:sp>
        <p:nvSpPr>
          <p:cNvPr id="7" name="TextBox 6"/>
          <p:cNvSpPr txBox="1"/>
          <p:nvPr/>
        </p:nvSpPr>
        <p:spPr>
          <a:xfrm>
            <a:off x="8229600" y="1463040"/>
            <a:ext cx="3657600" cy="1097280"/>
          </a:xfrm>
          <a:prstGeom prst="rect">
            <a:avLst/>
          </a:prstGeom>
          <a:noFill/>
        </p:spPr>
        <p:txBody>
          <a:bodyPr wrap="square" anchor="t">
            <a:spAutoFit/>
          </a:bodyPr>
          <a:lstStyle/>
          <a:p>
            <a:pPr algn="l"/>
            <a:r>
              <a:rPr sz="1700" b="0">
                <a:solidFill>
                  <a:srgbClr val="2B2135"/>
                </a:solidFill>
                <a:latin typeface="Segoe UI"/>
              </a:rPr>
              <a:t>Used for every deck, automatically.</a:t>
            </a:r>
          </a:p>
        </p:txBody>
      </p:sp>
      <p:sp>
        <p:nvSpPr>
          <p:cNvPr id="8" name="TextBox 7"/>
          <p:cNvSpPr txBox="1"/>
          <p:nvPr/>
        </p:nvSpPr>
        <p:spPr>
          <a:xfrm>
            <a:off x="8229600" y="2468880"/>
            <a:ext cx="3657600" cy="1097280"/>
          </a:xfrm>
          <a:prstGeom prst="rect">
            <a:avLst/>
          </a:prstGeom>
          <a:noFill/>
        </p:spPr>
        <p:txBody>
          <a:bodyPr wrap="square" anchor="t">
            <a:spAutoFit/>
          </a:bodyPr>
          <a:lstStyle/>
          <a:p>
            <a:pPr algn="l"/>
            <a:r>
              <a:rPr sz="1700" b="0">
                <a:solidFill>
                  <a:srgbClr val="2B2135"/>
                </a:solidFill>
                <a:latin typeface="Segoe UI"/>
              </a:rPr>
              <a:t>Edit opens it in Notepad.</a:t>
            </a:r>
          </a:p>
        </p:txBody>
      </p:sp>
      <p:sp>
        <p:nvSpPr>
          <p:cNvPr id="9" name="TextBox 8"/>
          <p:cNvSpPr txBox="1"/>
          <p:nvPr/>
        </p:nvSpPr>
        <p:spPr>
          <a:xfrm>
            <a:off x="8229600" y="3474720"/>
            <a:ext cx="3657600" cy="1097280"/>
          </a:xfrm>
          <a:prstGeom prst="rect">
            <a:avLst/>
          </a:prstGeom>
          <a:noFill/>
        </p:spPr>
        <p:txBody>
          <a:bodyPr wrap="square" anchor="t">
            <a:spAutoFit/>
          </a:bodyPr>
          <a:lstStyle/>
          <a:p>
            <a:pPr algn="l"/>
            <a:r>
              <a:rPr sz="1700" b="0">
                <a:solidFill>
                  <a:srgbClr val="2B2135"/>
                </a:solidFill>
                <a:latin typeface="Segoe UI"/>
              </a:rPr>
              <a:t>One rule per line: word=how to say 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2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E6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r>
              <a:rPr sz="3400" b="1">
                <a:solidFill>
                  <a:srgbClr val="8E63B5"/>
                </a:solidFill>
                <a:latin typeface="Segoe UI"/>
              </a:rPr>
              <a:t>Phonemes for</a:t>
            </a:r>
          </a:p>
        </p:txBody>
      </p:sp>
      <p:pic>
        <p:nvPicPr>
          <p:cNvPr id="4" name="Picture 3" descr="pr3-phon-verb.png"/>
          <p:cNvPicPr>
            <a:picLocks noChangeAspect="1"/>
          </p:cNvPicPr>
          <p:nvPr/>
        </p:nvPicPr>
        <p:blipFill>
          <a:blip r:embed="rId2"/>
          <a:stretch>
            <a:fillRect/>
          </a:stretch>
        </p:blipFill>
        <p:spPr>
          <a:xfrm>
            <a:off x="548640" y="1600802"/>
            <a:ext cx="7315200" cy="4525075"/>
          </a:xfrm>
          <a:prstGeom prst="rect">
            <a:avLst/>
          </a:prstGeom>
          <a:ln w="12700">
            <a:solidFill>
              <a:srgbClr val="C9B8DD"/>
            </a:solidFill>
          </a:ln>
        </p:spPr>
      </p:pic>
      <p:sp>
        <p:nvSpPr>
          <p:cNvPr id="5" name="Rectangle 4"/>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r4-phon-noun.png"/>
          <p:cNvPicPr>
            <a:picLocks noChangeAspect="1"/>
          </p:cNvPicPr>
          <p:nvPr/>
        </p:nvPicPr>
        <p:blipFill>
          <a:blip r:embed="rId3"/>
          <a:stretch>
            <a:fillRect/>
          </a:stretch>
        </p:blipFill>
        <p:spPr>
          <a:xfrm>
            <a:off x="548640" y="1600802"/>
            <a:ext cx="7315200" cy="4525075"/>
          </a:xfrm>
          <a:prstGeom prst="rect">
            <a:avLst/>
          </a:prstGeom>
          <a:ln w="12700">
            <a:solidFill>
              <a:srgbClr val="C9B8DD"/>
            </a:solidFill>
          </a:ln>
        </p:spPr>
      </p:pic>
      <p:sp>
        <p:nvSpPr>
          <p:cNvPr id="7" name="TextBox 6"/>
          <p:cNvSpPr txBox="1"/>
          <p:nvPr/>
        </p:nvSpPr>
        <p:spPr>
          <a:xfrm>
            <a:off x="8229600" y="1463040"/>
            <a:ext cx="3657600" cy="1097280"/>
          </a:xfrm>
          <a:prstGeom prst="rect">
            <a:avLst/>
          </a:prstGeom>
          <a:noFill/>
        </p:spPr>
        <p:txBody>
          <a:bodyPr wrap="square" anchor="t">
            <a:spAutoFit/>
          </a:bodyPr>
          <a:lstStyle/>
          <a:p>
            <a:pPr algn="l"/>
            <a:r>
              <a:rPr sz="1700" b="0">
                <a:solidFill>
                  <a:srgbClr val="2B2135"/>
                </a:solidFill>
                <a:latin typeface="Segoe UI"/>
              </a:rPr>
              <a:t>Shows exactly how any text will be said.</a:t>
            </a:r>
          </a:p>
        </p:txBody>
      </p:sp>
      <p:sp>
        <p:nvSpPr>
          <p:cNvPr id="8" name="TextBox 7"/>
          <p:cNvSpPr txBox="1"/>
          <p:nvPr/>
        </p:nvSpPr>
        <p:spPr>
          <a:xfrm>
            <a:off x="8229600" y="2468880"/>
            <a:ext cx="3657600" cy="1097280"/>
          </a:xfrm>
          <a:prstGeom prst="rect">
            <a:avLst/>
          </a:prstGeom>
          <a:noFill/>
        </p:spPr>
        <p:txBody>
          <a:bodyPr wrap="square" anchor="t">
            <a:spAutoFit/>
          </a:bodyPr>
          <a:lstStyle/>
          <a:p>
            <a:pPr algn="l"/>
            <a:r>
              <a:rPr sz="1700" b="0">
                <a:solidFill>
                  <a:srgbClr val="2B2135"/>
                </a:solidFill>
                <a:latin typeface="Segoe UI"/>
              </a:rPr>
              <a:t>Whole deck: every slide's phonemes at once.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2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E6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r>
              <a:rPr sz="3400" b="1">
                <a:solidFill>
                  <a:srgbClr val="8E63B5"/>
                </a:solidFill>
                <a:latin typeface="Segoe UI"/>
              </a:rPr>
              <a:t>Settings</a:t>
            </a:r>
          </a:p>
        </p:txBody>
      </p:sp>
      <p:pic>
        <p:nvPicPr>
          <p:cNvPr id="4" name="Picture 3" descr="settings.png"/>
          <p:cNvPicPr>
            <a:picLocks noChangeAspect="1"/>
          </p:cNvPicPr>
          <p:nvPr/>
        </p:nvPicPr>
        <p:blipFill>
          <a:blip r:embed="rId2"/>
          <a:stretch>
            <a:fillRect/>
          </a:stretch>
        </p:blipFill>
        <p:spPr>
          <a:xfrm>
            <a:off x="1680098" y="1234440"/>
            <a:ext cx="5052283" cy="5257800"/>
          </a:xfrm>
          <a:prstGeom prst="rect">
            <a:avLst/>
          </a:prstGeom>
          <a:ln w="12700">
            <a:solidFill>
              <a:srgbClr val="C9B8DD"/>
            </a:solidFill>
          </a:ln>
        </p:spPr>
      </p:pic>
      <p:sp>
        <p:nvSpPr>
          <p:cNvPr id="5" name="TextBox 4"/>
          <p:cNvSpPr txBox="1"/>
          <p:nvPr/>
        </p:nvSpPr>
        <p:spPr>
          <a:xfrm>
            <a:off x="8229600" y="1463040"/>
            <a:ext cx="3657600" cy="1097280"/>
          </a:xfrm>
          <a:prstGeom prst="rect">
            <a:avLst/>
          </a:prstGeom>
          <a:noFill/>
        </p:spPr>
        <p:txBody>
          <a:bodyPr wrap="square" anchor="t">
            <a:spAutoFit/>
          </a:bodyPr>
          <a:lstStyle/>
          <a:p>
            <a:pPr algn="l"/>
            <a:r>
              <a:rPr sz="1700" b="0">
                <a:solidFill>
                  <a:srgbClr val="2B2135"/>
                </a:solidFill>
                <a:latin typeface="Segoe UI"/>
              </a:rPr>
              <a:t>Pauses, empty slides, animations, temp files.</a:t>
            </a:r>
          </a:p>
        </p:txBody>
      </p:sp>
      <p:sp>
        <p:nvSpPr>
          <p:cNvPr id="6" name="TextBox 5"/>
          <p:cNvSpPr txBox="1"/>
          <p:nvPr/>
        </p:nvSpPr>
        <p:spPr>
          <a:xfrm>
            <a:off x="8229600" y="2468880"/>
            <a:ext cx="3657600" cy="1097280"/>
          </a:xfrm>
          <a:prstGeom prst="rect">
            <a:avLst/>
          </a:prstGeom>
          <a:noFill/>
        </p:spPr>
        <p:txBody>
          <a:bodyPr wrap="square" anchor="t">
            <a:spAutoFit/>
          </a:bodyPr>
          <a:lstStyle/>
          <a:p>
            <a:pPr algn="l"/>
            <a:r>
              <a:rPr sz="1700" b="0">
                <a:solidFill>
                  <a:srgbClr val="2B2135"/>
                </a:solidFill>
                <a:latin typeface="Segoe UI"/>
              </a:rPr>
              <a:t>Which dictionary: blank means your own.</a:t>
            </a:r>
          </a:p>
        </p:txBody>
      </p:sp>
      <p:sp>
        <p:nvSpPr>
          <p:cNvPr id="7" name="TextBox 6"/>
          <p:cNvSpPr txBox="1"/>
          <p:nvPr/>
        </p:nvSpPr>
        <p:spPr>
          <a:xfrm>
            <a:off x="8229600" y="3474720"/>
            <a:ext cx="3657600" cy="1097280"/>
          </a:xfrm>
          <a:prstGeom prst="rect">
            <a:avLst/>
          </a:prstGeom>
          <a:noFill/>
        </p:spPr>
        <p:txBody>
          <a:bodyPr wrap="square" anchor="t">
            <a:spAutoFit/>
          </a:bodyPr>
          <a:lstStyle/>
          <a:p>
            <a:pPr algn="l"/>
            <a:r>
              <a:rPr sz="1700" b="0">
                <a:solidFill>
                  <a:srgbClr val="2B2135"/>
                </a:solidFill>
                <a:latin typeface="Segoe UI"/>
              </a:rPr>
              <a:t>PowerPoint or LibreOffice; CPU or GPU.</a:t>
            </a:r>
          </a:p>
        </p:txBody>
      </p:sp>
      <p:sp>
        <p:nvSpPr>
          <p:cNvPr id="8" name="TextBox 7"/>
          <p:cNvSpPr txBox="1"/>
          <p:nvPr/>
        </p:nvSpPr>
        <p:spPr>
          <a:xfrm>
            <a:off x="8229600" y="4480560"/>
            <a:ext cx="3657600" cy="1097280"/>
          </a:xfrm>
          <a:prstGeom prst="rect">
            <a:avLst/>
          </a:prstGeom>
          <a:noFill/>
        </p:spPr>
        <p:txBody>
          <a:bodyPr wrap="square" anchor="t">
            <a:spAutoFit/>
          </a:bodyPr>
          <a:lstStyle/>
          <a:p>
            <a:pPr algn="l"/>
            <a:r>
              <a:rPr sz="1700" b="0">
                <a:solidFill>
                  <a:srgbClr val="2B2135"/>
                </a:solidFill>
                <a:latin typeface="Segoe UI"/>
              </a:rPr>
              <a:t>Daily checks for new voices and updates.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2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E6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r>
              <a:rPr sz="3400" b="1">
                <a:solidFill>
                  <a:srgbClr val="8E63B5"/>
                </a:solidFill>
                <a:latin typeface="Segoe UI"/>
              </a:rPr>
              <a:t>Updates install themselves</a:t>
            </a:r>
          </a:p>
        </p:txBody>
      </p:sp>
      <p:pic>
        <p:nvPicPr>
          <p:cNvPr id="4" name="Picture 3" descr="update-available.png"/>
          <p:cNvPicPr>
            <a:picLocks noChangeAspect="1"/>
          </p:cNvPicPr>
          <p:nvPr/>
        </p:nvPicPr>
        <p:blipFill>
          <a:blip r:embed="rId2"/>
          <a:stretch>
            <a:fillRect/>
          </a:stretch>
        </p:blipFill>
        <p:spPr>
          <a:xfrm>
            <a:off x="548640" y="1326863"/>
            <a:ext cx="7315200" cy="5072954"/>
          </a:xfrm>
          <a:prstGeom prst="rect">
            <a:avLst/>
          </a:prstGeom>
          <a:ln w="12700">
            <a:solidFill>
              <a:srgbClr val="C9B8DD"/>
            </a:solidFill>
          </a:ln>
        </p:spPr>
      </p:pic>
      <p:sp>
        <p:nvSpPr>
          <p:cNvPr id="5" name="Rectangle 4"/>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pdate-confirm.png"/>
          <p:cNvPicPr>
            <a:picLocks noChangeAspect="1"/>
          </p:cNvPicPr>
          <p:nvPr/>
        </p:nvPicPr>
        <p:blipFill>
          <a:blip r:embed="rId3"/>
          <a:stretch>
            <a:fillRect/>
          </a:stretch>
        </p:blipFill>
        <p:spPr>
          <a:xfrm>
            <a:off x="548640" y="1326863"/>
            <a:ext cx="7315200" cy="5072954"/>
          </a:xfrm>
          <a:prstGeom prst="rect">
            <a:avLst/>
          </a:prstGeom>
          <a:ln w="12700">
            <a:solidFill>
              <a:srgbClr val="C9B8DD"/>
            </a:solidFill>
          </a:ln>
        </p:spPr>
      </p:pic>
      <p:sp>
        <p:nvSpPr>
          <p:cNvPr id="7" name="Rectangle 6"/>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update-downloading.png"/>
          <p:cNvPicPr>
            <a:picLocks noChangeAspect="1"/>
          </p:cNvPicPr>
          <p:nvPr/>
        </p:nvPicPr>
        <p:blipFill>
          <a:blip r:embed="rId4"/>
          <a:stretch>
            <a:fillRect/>
          </a:stretch>
        </p:blipFill>
        <p:spPr>
          <a:xfrm>
            <a:off x="548640" y="1326863"/>
            <a:ext cx="7315200" cy="5072954"/>
          </a:xfrm>
          <a:prstGeom prst="rect">
            <a:avLst/>
          </a:prstGeom>
          <a:ln w="12700">
            <a:solidFill>
              <a:srgbClr val="C9B8DD"/>
            </a:solidFill>
          </a:ln>
        </p:spPr>
      </p:pic>
      <p:sp>
        <p:nvSpPr>
          <p:cNvPr id="9" name="Rectangle 8"/>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update-installing.png"/>
          <p:cNvPicPr>
            <a:picLocks noChangeAspect="1"/>
          </p:cNvPicPr>
          <p:nvPr/>
        </p:nvPicPr>
        <p:blipFill>
          <a:blip r:embed="rId5"/>
          <a:stretch>
            <a:fillRect/>
          </a:stretch>
        </p:blipFill>
        <p:spPr>
          <a:xfrm>
            <a:off x="1043940" y="2567940"/>
            <a:ext cx="6324600" cy="2590800"/>
          </a:xfrm>
          <a:prstGeom prst="rect">
            <a:avLst/>
          </a:prstGeom>
          <a:ln w="12700">
            <a:solidFill>
              <a:srgbClr val="C9B8DD"/>
            </a:solidFill>
          </a:ln>
        </p:spPr>
      </p:pic>
      <p:sp>
        <p:nvSpPr>
          <p:cNvPr id="11" name="Rectangle 10"/>
          <p:cNvSpPr/>
          <p:nvPr/>
        </p:nvSpPr>
        <p:spPr>
          <a:xfrm>
            <a:off x="502920" y="1188720"/>
            <a:ext cx="7406640" cy="5349240"/>
          </a:xfrm>
          <a:prstGeom prst="rect">
            <a:avLst/>
          </a:prstGeom>
          <a:solidFill>
            <a:srgbClr val="F6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1-deck-empty.png"/>
          <p:cNvPicPr>
            <a:picLocks noChangeAspect="1"/>
          </p:cNvPicPr>
          <p:nvPr/>
        </p:nvPicPr>
        <p:blipFill>
          <a:blip r:embed="rId6"/>
          <a:stretch>
            <a:fillRect/>
          </a:stretch>
        </p:blipFill>
        <p:spPr>
          <a:xfrm>
            <a:off x="548640" y="1600802"/>
            <a:ext cx="7315200" cy="4525075"/>
          </a:xfrm>
          <a:prstGeom prst="rect">
            <a:avLst/>
          </a:prstGeom>
          <a:ln w="12700">
            <a:solidFill>
              <a:srgbClr val="C9B8DD"/>
            </a:solidFill>
          </a:ln>
        </p:spPr>
      </p:pic>
      <p:sp>
        <p:nvSpPr>
          <p:cNvPr id="13" name="TextBox 12"/>
          <p:cNvSpPr txBox="1"/>
          <p:nvPr/>
        </p:nvSpPr>
        <p:spPr>
          <a:xfrm>
            <a:off x="8229600" y="1463040"/>
            <a:ext cx="3657600" cy="1097280"/>
          </a:xfrm>
          <a:prstGeom prst="rect">
            <a:avLst/>
          </a:prstGeom>
          <a:noFill/>
        </p:spPr>
        <p:txBody>
          <a:bodyPr wrap="square" anchor="t">
            <a:spAutoFit/>
          </a:bodyPr>
          <a:lstStyle/>
          <a:p>
            <a:pPr algn="l"/>
            <a:r>
              <a:rPr sz="1700" b="0">
                <a:solidFill>
                  <a:srgbClr val="2B2135"/>
                </a:solidFill>
                <a:latin typeface="Segoe UI"/>
              </a:rPr>
              <a:t>An Update button appears when there's a new version.</a:t>
            </a:r>
          </a:p>
        </p:txBody>
      </p:sp>
      <p:sp>
        <p:nvSpPr>
          <p:cNvPr id="14" name="TextBox 13"/>
          <p:cNvSpPr txBox="1"/>
          <p:nvPr/>
        </p:nvSpPr>
        <p:spPr>
          <a:xfrm>
            <a:off x="8229600" y="2468880"/>
            <a:ext cx="3657600" cy="1097280"/>
          </a:xfrm>
          <a:prstGeom prst="rect">
            <a:avLst/>
          </a:prstGeom>
          <a:noFill/>
        </p:spPr>
        <p:txBody>
          <a:bodyPr wrap="square" anchor="t">
            <a:spAutoFit/>
          </a:bodyPr>
          <a:lstStyle/>
          <a:p>
            <a:pPr algn="l"/>
            <a:r>
              <a:rPr sz="1700" b="0">
                <a:solidFill>
                  <a:srgbClr val="2B2135"/>
                </a:solidFill>
                <a:latin typeface="Segoe UI"/>
              </a:rPr>
              <a:t>Checked against GitHub's published checksum.</a:t>
            </a:r>
          </a:p>
        </p:txBody>
      </p:sp>
      <p:sp>
        <p:nvSpPr>
          <p:cNvPr id="15" name="TextBox 14"/>
          <p:cNvSpPr txBox="1"/>
          <p:nvPr/>
        </p:nvSpPr>
        <p:spPr>
          <a:xfrm>
            <a:off x="8229600" y="3474720"/>
            <a:ext cx="3657600" cy="1097280"/>
          </a:xfrm>
          <a:prstGeom prst="rect">
            <a:avLst/>
          </a:prstGeom>
          <a:noFill/>
        </p:spPr>
        <p:txBody>
          <a:bodyPr wrap="square" anchor="t">
            <a:spAutoFit/>
          </a:bodyPr>
          <a:lstStyle/>
          <a:p>
            <a:pPr algn="l"/>
            <a:r>
              <a:rPr sz="1700" b="0">
                <a:solidFill>
                  <a:srgbClr val="2B2135"/>
                </a:solidFill>
                <a:latin typeface="Segoe UI"/>
              </a:rPr>
              <a:t>Settings and your dictionary are kept.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2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E6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0"/>
            <a:ext cx="10515600" cy="914400"/>
          </a:xfrm>
          <a:prstGeom prst="rect">
            <a:avLst/>
          </a:prstGeom>
          <a:noFill/>
        </p:spPr>
        <p:txBody>
          <a:bodyPr wrap="square" anchor="t">
            <a:spAutoFit/>
          </a:bodyPr>
          <a:lstStyle/>
          <a:p>
            <a:pPr algn="l"/>
            <a:r>
              <a:rPr sz="4800" b="1">
                <a:solidFill>
                  <a:srgbClr val="8E63B5"/>
                </a:solidFill>
                <a:latin typeface="Segoe UI"/>
              </a:rPr>
              <a:t>That's the tour</a:t>
            </a:r>
          </a:p>
        </p:txBody>
      </p:sp>
      <p:sp>
        <p:nvSpPr>
          <p:cNvPr id="4" name="TextBox 3"/>
          <p:cNvSpPr txBox="1"/>
          <p:nvPr/>
        </p:nvSpPr>
        <p:spPr>
          <a:xfrm>
            <a:off x="731520" y="2834640"/>
            <a:ext cx="10789920" cy="731520"/>
          </a:xfrm>
          <a:prstGeom prst="rect">
            <a:avLst/>
          </a:prstGeom>
          <a:noFill/>
        </p:spPr>
        <p:txBody>
          <a:bodyPr wrap="square" anchor="t">
            <a:spAutoFit/>
          </a:bodyPr>
          <a:lstStyle/>
          <a:p>
            <a:pPr algn="l"/>
            <a:r>
              <a:rPr sz="2400" b="0">
                <a:solidFill>
                  <a:srgbClr val="2B2135"/>
                </a:solidFill>
                <a:latin typeface="Segoe UI"/>
              </a:rPr>
              <a:t>Notes  →  voice  →  Check builds  →  Check pronunciation  →  Make video</a:t>
            </a:r>
          </a:p>
        </p:txBody>
      </p:sp>
      <p:sp>
        <p:nvSpPr>
          <p:cNvPr id="5" name="TextBox 4"/>
          <p:cNvSpPr txBox="1"/>
          <p:nvPr/>
        </p:nvSpPr>
        <p:spPr>
          <a:xfrm>
            <a:off x="731520" y="3931920"/>
            <a:ext cx="10515600" cy="640080"/>
          </a:xfrm>
          <a:prstGeom prst="rect">
            <a:avLst/>
          </a:prstGeom>
          <a:noFill/>
        </p:spPr>
        <p:txBody>
          <a:bodyPr wrap="square" anchor="t">
            <a:spAutoFit/>
          </a:bodyPr>
          <a:lstStyle/>
          <a:p>
            <a:pPr algn="l"/>
            <a:r>
              <a:rPr sz="2600" b="1">
                <a:solidFill>
                  <a:srgbClr val="D94F9A"/>
                </a:solidFill>
                <a:latin typeface="Segoe UI"/>
              </a:rPr>
              <a:t>github.com/mikesimone/deck-narrator</a:t>
            </a:r>
          </a:p>
        </p:txBody>
      </p:sp>
      <p:sp>
        <p:nvSpPr>
          <p:cNvPr id="6" name="TextBox 5"/>
          <p:cNvSpPr txBox="1"/>
          <p:nvPr/>
        </p:nvSpPr>
        <p:spPr>
          <a:xfrm>
            <a:off x="731520" y="4663440"/>
            <a:ext cx="10515600" cy="640080"/>
          </a:xfrm>
          <a:prstGeom prst="rect">
            <a:avLst/>
          </a:prstGeom>
          <a:noFill/>
        </p:spPr>
        <p:txBody>
          <a:bodyPr wrap="square" anchor="t">
            <a:spAutoFit/>
          </a:bodyPr>
          <a:lstStyle/>
          <a:p>
            <a:pPr algn="l"/>
            <a:r>
              <a:rPr sz="1800" b="0">
                <a:solidFill>
                  <a:srgbClr val="6E627C"/>
                </a:solidFill>
                <a:latin typeface="Segoe UI"/>
              </a:rPr>
              <a:t>Free and open source. This video was made with Deck Narrator, from this deck's speaker notes.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