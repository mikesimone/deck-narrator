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Deck Narrator. It turns a PowerPoint deck into a narrated video, and the speaker notes are the script. There's no recording, no microphone, and no account. Everything runs on your own computer. In the next few minutes, we'll tour every part of the app.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whole idea, in three steps. [click] First, you write what you want said in each slide's speaker notes. [click] Second, you pick a voice. [click] And third, you press Make video. Deck Narrator draws every slide, speaks its notes, and joins it all into one video file, ready to share.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get started, [click] download the installer from the project's Releases page on GitHub. [click] Run it. The voices come included, so there's nothing else to download, and an update installs right over the old version. [click] Then open Deck Narrator from the Start menu. It opens on the Deck tab.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tab is where every video starts. Choose your deck with Browse, or paste its path. Save video as is optional. Leave it blank, and the video is saved next to the deck, with the same name. Only slides makes a video of part of the deck, like slides three to five. Hidden slides are always skipped.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Voice tab, you choose who's speaking, and how fast. [click] There are more than two dozen voices, American and British, female and male. Type anything in Try it, and press Play sample to hear it. Deck Narrator also checks once a day for new or improved voices, and fetches them for you.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has a short screen recording, with sound. Open the deck in PowerPoint and click it to watch. Play sample is instant for the built-in sentence, in every voice, because the installer comes with those already recorded. A sentence of your own takes a few seconds the first time. After that, it's saved, so playing it again is instant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speaker notes are the script, word for word, and punctuation sets the pace: a comma is a short pause, and a period a longer one. Three kinds of square brackets do something special. [click] A click marker reveals the slide's next animation, right when the narration gets to it. That's how these boxes are appearing now. [click] A voice marker switches narrator. [voice: am_michael] Like this. I'll keep talking until someone switches back. [voice: default] [click] And a word in brackets, followed by its phonemes in parentheses, fixes how that one word is said. Any other bracketed note, like pause, or laughs, is simply skipped, so notes you wrote for presenting live still 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you make the video, Check builds shows how your click markers line up with the deck's animations. For every slide, it lists each build state, what appears at each click, and exactly which words are spoken while it's on screen. If the counts don't match, it says what will happen, so there are no surprises.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you're ready, press Make video. The Log tab shows each step: drawing the slides, speaking each slide's notes, and encoding the video. A short deck takes about a minute on an ordinary processor, and much less with an [NVIDIA](/ɛnvˈɪdiə/) graphics card. [click] When it's done, Play video opens the result, and Open folder shows you where it was saved.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a whole run as a screen recording. Click it in PowerPoint to watch. The slow part in the middle is sped up, and it ends with the finished video playing, narration and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words are easy to get wrong: names written in capitals, words the voice doesn't know, and words that can be said two ways. Check pronunciation lists just those, each with its sentence. The voice would spell [NGINX](/ˈɛnʤən ˈɛks/) out letter by letter, so type engine x under Sounds like, press Play to hear it, then Use this. [click] For present, there are two readings. Play each one, and pick the right one. [click] Use this writes the fix straight into that slide's speaker notes. The first time, your original deck is kept as a copy, next to it. [click] Run the check again, and the fixed words are gone.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same thing as a recording, so you can hear each choice. Click it in PowerPoint to watch: first the spelled out version, then engine x, then both readings of present.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words that are wrong everywhere, like product names, use a pronunciation file. On the Pronunciation tab, New starts one from a template, and Edit opens it in Notepad. Each line is a word, an equals sign, and what to say instead. [click] Phonemes for shows exactly how any word or sentence will be said, and the whole deck button lists every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that is as a recording: a new pronunciation file, one rule added and saved, then Phonemes for, on two sentences where present is said two different ways.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Options tab holds the fine tuning: the pause around each slide's narration, how long a slide without notes stays up, skipping those slides, or ignoring animations. You can draw the slides with PowerPoint or with [LibreOffice](/lˈibɹə ˈɔfɪs/), and run the voice on the processor, or on the graphics card. Deck Narrator also checks GitHub once a day for a new version. When there is one, an Update button appears at the top, and it installs itself. Check now asks right away.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tour. Write your script in the speaker notes, pick a voice, check your builds and your pronunciation, then make the video. Deck Narrator is free and open source, on GitHub. And yes, this video was made with Deck Narrator, from this deck's speaker notes. Thanks for watching.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9.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4.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7.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828800"/>
            <a:ext cx="5486400" cy="1097280"/>
          </a:xfrm>
          <a:prstGeom prst="rect">
            <a:avLst/>
          </a:prstGeom>
          <a:noFill/>
        </p:spPr>
        <p:txBody>
          <a:bodyPr wrap="square" anchor="t">
            <a:spAutoFit/>
          </a:bodyPr>
          <a:lstStyle/>
          <a:p>
            <a:pPr algn="l"/>
            <a:r>
              <a:rPr sz="5400" b="1">
                <a:solidFill>
                  <a:srgbClr val="8E63B5"/>
                </a:solidFill>
                <a:latin typeface="Segoe UI"/>
              </a:rPr>
              <a:t>Deck Narrator</a:t>
            </a:r>
          </a:p>
        </p:txBody>
      </p:sp>
      <p:sp>
        <p:nvSpPr>
          <p:cNvPr id="4" name="TextBox 3"/>
          <p:cNvSpPr txBox="1"/>
          <p:nvPr/>
        </p:nvSpPr>
        <p:spPr>
          <a:xfrm>
            <a:off x="731520" y="2971800"/>
            <a:ext cx="5486400" cy="1280160"/>
          </a:xfrm>
          <a:prstGeom prst="rect">
            <a:avLst/>
          </a:prstGeom>
          <a:noFill/>
        </p:spPr>
        <p:txBody>
          <a:bodyPr wrap="square" anchor="t">
            <a:spAutoFit/>
          </a:bodyPr>
          <a:lstStyle/>
          <a:p>
            <a:pPr algn="l"/>
            <a:r>
              <a:rPr sz="2800" b="0">
                <a:solidFill>
                  <a:srgbClr val="2B2135"/>
                </a:solidFill>
                <a:latin typeface="Segoe UI"/>
              </a:rPr>
              <a:t>Speaker notes in.</a:t>
            </a:r>
          </a:p>
          <a:p>
            <a:pPr algn="l"/>
            <a:r>
              <a:rPr sz="2800" b="0">
                <a:solidFill>
                  <a:srgbClr val="2B2135"/>
                </a:solidFill>
                <a:latin typeface="Segoe UI"/>
              </a:rPr>
              <a:t>Narrated video out.</a:t>
            </a:r>
          </a:p>
        </p:txBody>
      </p:sp>
      <p:sp>
        <p:nvSpPr>
          <p:cNvPr id="5" name="TextBox 4"/>
          <p:cNvSpPr txBox="1"/>
          <p:nvPr/>
        </p:nvSpPr>
        <p:spPr>
          <a:xfrm>
            <a:off x="731520" y="4480560"/>
            <a:ext cx="5486400" cy="548640"/>
          </a:xfrm>
          <a:prstGeom prst="rect">
            <a:avLst/>
          </a:prstGeom>
          <a:noFill/>
        </p:spPr>
        <p:txBody>
          <a:bodyPr wrap="square" anchor="t">
            <a:spAutoFit/>
          </a:bodyPr>
          <a:lstStyle/>
          <a:p>
            <a:pPr algn="l"/>
            <a:r>
              <a:rPr sz="1800" b="0">
                <a:solidFill>
                  <a:srgbClr val="6E627C"/>
                </a:solidFill>
                <a:latin typeface="Segoe UI"/>
              </a:rPr>
              <a:t>A quick tour of version 1.2.1 for Windows</a:t>
            </a:r>
          </a:p>
        </p:txBody>
      </p:sp>
      <p:pic>
        <p:nvPicPr>
          <p:cNvPr id="6" name="Picture 5" descr="deck-tab.png"/>
          <p:cNvPicPr>
            <a:picLocks noChangeAspect="1"/>
          </p:cNvPicPr>
          <p:nvPr/>
        </p:nvPicPr>
        <p:blipFill>
          <a:blip r:embed="rId2"/>
          <a:stretch>
            <a:fillRect/>
          </a:stretch>
        </p:blipFill>
        <p:spPr>
          <a:xfrm>
            <a:off x="6400800" y="1635774"/>
            <a:ext cx="5303520" cy="3677891"/>
          </a:xfrm>
          <a:prstGeom prst="rect">
            <a:avLst/>
          </a:prstGeom>
          <a:ln w="12700">
            <a:solidFill>
              <a:srgbClr val="C9B8DD"/>
            </a:solid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How it works</a:t>
            </a:r>
          </a:p>
        </p:txBody>
      </p:sp>
      <p:sp>
        <p:nvSpPr>
          <p:cNvPr id="4" name="Rounded Rectangle 3"/>
          <p:cNvSpPr/>
          <p:nvPr/>
        </p:nvSpPr>
        <p:spPr>
          <a:xfrm>
            <a:off x="731520" y="1828800"/>
            <a:ext cx="3383280" cy="3291840"/>
          </a:xfrm>
          <a:prstGeom prst="roundRect">
            <a:avLst/>
          </a:prstGeom>
          <a:solidFill>
            <a:srgbClr val="FFFFFF"/>
          </a:solidFill>
          <a:ln>
            <a:solidFill>
              <a:srgbClr val="C9B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2011680"/>
            <a:ext cx="914400" cy="914400"/>
          </a:xfrm>
          <a:prstGeom prst="rect">
            <a:avLst/>
          </a:prstGeom>
          <a:noFill/>
        </p:spPr>
        <p:txBody>
          <a:bodyPr wrap="square" anchor="t">
            <a:spAutoFit/>
          </a:bodyPr>
          <a:lstStyle/>
          <a:p>
            <a:pPr algn="l"/>
            <a:r>
              <a:rPr sz="4400" b="1">
                <a:solidFill>
                  <a:srgbClr val="D94F9A"/>
                </a:solidFill>
                <a:latin typeface="Segoe UI"/>
              </a:rPr>
              <a:t>1</a:t>
            </a:r>
          </a:p>
        </p:txBody>
      </p:sp>
      <p:sp>
        <p:nvSpPr>
          <p:cNvPr id="6" name="TextBox 5"/>
          <p:cNvSpPr txBox="1"/>
          <p:nvPr/>
        </p:nvSpPr>
        <p:spPr>
          <a:xfrm>
            <a:off x="1005840" y="2971800"/>
            <a:ext cx="2926080" cy="548640"/>
          </a:xfrm>
          <a:prstGeom prst="rect">
            <a:avLst/>
          </a:prstGeom>
          <a:noFill/>
        </p:spPr>
        <p:txBody>
          <a:bodyPr wrap="square" anchor="t">
            <a:spAutoFit/>
          </a:bodyPr>
          <a:lstStyle/>
          <a:p>
            <a:pPr algn="l"/>
            <a:r>
              <a:rPr sz="2400" b="1">
                <a:solidFill>
                  <a:srgbClr val="8E63B5"/>
                </a:solidFill>
                <a:latin typeface="Segoe UI"/>
              </a:rPr>
              <a:t>Write the script</a:t>
            </a:r>
          </a:p>
        </p:txBody>
      </p:sp>
      <p:sp>
        <p:nvSpPr>
          <p:cNvPr id="7" name="TextBox 6"/>
          <p:cNvSpPr txBox="1"/>
          <p:nvPr/>
        </p:nvSpPr>
        <p:spPr>
          <a:xfrm>
            <a:off x="1005840" y="3611880"/>
            <a:ext cx="2926080" cy="1371600"/>
          </a:xfrm>
          <a:prstGeom prst="rect">
            <a:avLst/>
          </a:prstGeom>
          <a:noFill/>
        </p:spPr>
        <p:txBody>
          <a:bodyPr wrap="square" anchor="t">
            <a:spAutoFit/>
          </a:bodyPr>
          <a:lstStyle/>
          <a:p>
            <a:pPr algn="l"/>
            <a:r>
              <a:rPr sz="1700" b="0">
                <a:solidFill>
                  <a:srgbClr val="2B2135"/>
                </a:solidFill>
                <a:latin typeface="Segoe UI"/>
              </a:rPr>
              <a:t>Type what should be said in each slide's speaker notes.</a:t>
            </a:r>
          </a:p>
        </p:txBody>
      </p:sp>
      <p:sp>
        <p:nvSpPr>
          <p:cNvPr id="8" name="Rounded Rectangle 7"/>
          <p:cNvSpPr/>
          <p:nvPr/>
        </p:nvSpPr>
        <p:spPr>
          <a:xfrm>
            <a:off x="4480559" y="1828800"/>
            <a:ext cx="3383280" cy="3291840"/>
          </a:xfrm>
          <a:prstGeom prst="roundRect">
            <a:avLst/>
          </a:prstGeom>
          <a:solidFill>
            <a:srgbClr val="FFFFFF"/>
          </a:solidFill>
          <a:ln>
            <a:solidFill>
              <a:srgbClr val="C9B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54879" y="2011680"/>
            <a:ext cx="914400" cy="914400"/>
          </a:xfrm>
          <a:prstGeom prst="rect">
            <a:avLst/>
          </a:prstGeom>
          <a:noFill/>
        </p:spPr>
        <p:txBody>
          <a:bodyPr wrap="square" anchor="t">
            <a:spAutoFit/>
          </a:bodyPr>
          <a:lstStyle/>
          <a:p>
            <a:pPr algn="l"/>
            <a:r>
              <a:rPr sz="4400" b="1">
                <a:solidFill>
                  <a:srgbClr val="D94F9A"/>
                </a:solidFill>
                <a:latin typeface="Segoe UI"/>
              </a:rPr>
              <a:t>2</a:t>
            </a:r>
          </a:p>
        </p:txBody>
      </p:sp>
      <p:sp>
        <p:nvSpPr>
          <p:cNvPr id="10" name="TextBox 9"/>
          <p:cNvSpPr txBox="1"/>
          <p:nvPr/>
        </p:nvSpPr>
        <p:spPr>
          <a:xfrm>
            <a:off x="4754879" y="2971800"/>
            <a:ext cx="2926080" cy="548640"/>
          </a:xfrm>
          <a:prstGeom prst="rect">
            <a:avLst/>
          </a:prstGeom>
          <a:noFill/>
        </p:spPr>
        <p:txBody>
          <a:bodyPr wrap="square" anchor="t">
            <a:spAutoFit/>
          </a:bodyPr>
          <a:lstStyle/>
          <a:p>
            <a:pPr algn="l"/>
            <a:r>
              <a:rPr sz="2400" b="1">
                <a:solidFill>
                  <a:srgbClr val="8E63B5"/>
                </a:solidFill>
                <a:latin typeface="Segoe UI"/>
              </a:rPr>
              <a:t>Pick a voice</a:t>
            </a:r>
          </a:p>
        </p:txBody>
      </p:sp>
      <p:sp>
        <p:nvSpPr>
          <p:cNvPr id="11" name="TextBox 10"/>
          <p:cNvSpPr txBox="1"/>
          <p:nvPr/>
        </p:nvSpPr>
        <p:spPr>
          <a:xfrm>
            <a:off x="4754879" y="3611880"/>
            <a:ext cx="2926080" cy="1371600"/>
          </a:xfrm>
          <a:prstGeom prst="rect">
            <a:avLst/>
          </a:prstGeom>
          <a:noFill/>
        </p:spPr>
        <p:txBody>
          <a:bodyPr wrap="square" anchor="t">
            <a:spAutoFit/>
          </a:bodyPr>
          <a:lstStyle/>
          <a:p>
            <a:pPr algn="l"/>
            <a:r>
              <a:rPr sz="1700" b="0">
                <a:solidFill>
                  <a:srgbClr val="2B2135"/>
                </a:solidFill>
                <a:latin typeface="Segoe UI"/>
              </a:rPr>
              <a:t>More than two dozen natural voices, at any speed.</a:t>
            </a:r>
          </a:p>
        </p:txBody>
      </p:sp>
      <p:sp>
        <p:nvSpPr>
          <p:cNvPr id="12" name="Rounded Rectangle 11"/>
          <p:cNvSpPr/>
          <p:nvPr/>
        </p:nvSpPr>
        <p:spPr>
          <a:xfrm>
            <a:off x="8229600" y="1828800"/>
            <a:ext cx="3383280" cy="3291840"/>
          </a:xfrm>
          <a:prstGeom prst="roundRect">
            <a:avLst/>
          </a:prstGeom>
          <a:solidFill>
            <a:srgbClr val="FFFFFF"/>
          </a:solidFill>
          <a:ln>
            <a:solidFill>
              <a:srgbClr val="C9B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2011680"/>
            <a:ext cx="914400" cy="914400"/>
          </a:xfrm>
          <a:prstGeom prst="rect">
            <a:avLst/>
          </a:prstGeom>
          <a:noFill/>
        </p:spPr>
        <p:txBody>
          <a:bodyPr wrap="square" anchor="t">
            <a:spAutoFit/>
          </a:bodyPr>
          <a:lstStyle/>
          <a:p>
            <a:pPr algn="l"/>
            <a:r>
              <a:rPr sz="4400" b="1">
                <a:solidFill>
                  <a:srgbClr val="D94F9A"/>
                </a:solidFill>
                <a:latin typeface="Segoe UI"/>
              </a:rPr>
              <a:t>3</a:t>
            </a:r>
          </a:p>
        </p:txBody>
      </p:sp>
      <p:sp>
        <p:nvSpPr>
          <p:cNvPr id="14" name="TextBox 13"/>
          <p:cNvSpPr txBox="1"/>
          <p:nvPr/>
        </p:nvSpPr>
        <p:spPr>
          <a:xfrm>
            <a:off x="8503920" y="2971800"/>
            <a:ext cx="2926080" cy="548640"/>
          </a:xfrm>
          <a:prstGeom prst="rect">
            <a:avLst/>
          </a:prstGeom>
          <a:noFill/>
        </p:spPr>
        <p:txBody>
          <a:bodyPr wrap="square" anchor="t">
            <a:spAutoFit/>
          </a:bodyPr>
          <a:lstStyle/>
          <a:p>
            <a:pPr algn="l"/>
            <a:r>
              <a:rPr sz="2400" b="1">
                <a:solidFill>
                  <a:srgbClr val="8E63B5"/>
                </a:solidFill>
                <a:latin typeface="Segoe UI"/>
              </a:rPr>
              <a:t>Make video</a:t>
            </a:r>
          </a:p>
        </p:txBody>
      </p:sp>
      <p:sp>
        <p:nvSpPr>
          <p:cNvPr id="15" name="TextBox 14"/>
          <p:cNvSpPr txBox="1"/>
          <p:nvPr/>
        </p:nvSpPr>
        <p:spPr>
          <a:xfrm>
            <a:off x="8503920" y="3611880"/>
            <a:ext cx="2926080" cy="1371600"/>
          </a:xfrm>
          <a:prstGeom prst="rect">
            <a:avLst/>
          </a:prstGeom>
          <a:noFill/>
        </p:spPr>
        <p:txBody>
          <a:bodyPr wrap="square" anchor="t">
            <a:spAutoFit/>
          </a:bodyPr>
          <a:lstStyle/>
          <a:p>
            <a:pPr algn="l"/>
            <a:r>
              <a:rPr sz="1700" b="0">
                <a:solidFill>
                  <a:srgbClr val="2B2135"/>
                </a:solidFill>
                <a:latin typeface="Segoe UI"/>
              </a:rPr>
              <a:t>Each slide is drawn, the notes are spoken, and it all becomes one MP4.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Install and open it</a:t>
            </a:r>
          </a:p>
        </p:txBody>
      </p:sp>
      <p:pic>
        <p:nvPicPr>
          <p:cNvPr id="4" name="Picture 3" descr="deck-tab-before.png"/>
          <p:cNvPicPr>
            <a:picLocks noChangeAspect="1"/>
          </p:cNvPicPr>
          <p:nvPr/>
        </p:nvPicPr>
        <p:blipFill>
          <a:blip r:embed="rId2"/>
          <a:stretch>
            <a:fillRect/>
          </a:stretch>
        </p:blipFill>
        <p:spPr>
          <a:xfrm>
            <a:off x="548640" y="1304003"/>
            <a:ext cx="7315200" cy="5072954"/>
          </a:xfrm>
          <a:prstGeom prst="rect">
            <a:avLst/>
          </a:prstGeom>
          <a:ln w="12700">
            <a:solidFill>
              <a:srgbClr val="C9B8DD"/>
            </a:solidFill>
          </a:ln>
        </p:spPr>
      </p:pic>
      <p:sp>
        <p:nvSpPr>
          <p:cNvPr id="5" name="Oval 4"/>
          <p:cNvSpPr/>
          <p:nvPr/>
        </p:nvSpPr>
        <p:spPr>
          <a:xfrm>
            <a:off x="8229600" y="1508760"/>
            <a:ext cx="457200" cy="457200"/>
          </a:xfrm>
          <a:prstGeom prst="ellipse">
            <a:avLst/>
          </a:prstGeom>
          <a:solidFill>
            <a:srgbClr val="D94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Segoe UI"/>
              </a:rPr>
              <a:t>1</a:t>
            </a:r>
          </a:p>
        </p:txBody>
      </p:sp>
      <p:sp>
        <p:nvSpPr>
          <p:cNvPr id="6" name="TextBox 5"/>
          <p:cNvSpPr txBox="1"/>
          <p:nvPr/>
        </p:nvSpPr>
        <p:spPr>
          <a:xfrm>
            <a:off x="8823960" y="1463040"/>
            <a:ext cx="3246120" cy="1097280"/>
          </a:xfrm>
          <a:prstGeom prst="rect">
            <a:avLst/>
          </a:prstGeom>
          <a:noFill/>
        </p:spPr>
        <p:txBody>
          <a:bodyPr wrap="square" anchor="t">
            <a:spAutoFit/>
          </a:bodyPr>
          <a:lstStyle/>
          <a:p>
            <a:pPr algn="l"/>
            <a:r>
              <a:rPr sz="1700" b="0">
                <a:solidFill>
                  <a:srgbClr val="2B2135"/>
                </a:solidFill>
                <a:latin typeface="Segoe UI"/>
              </a:rPr>
              <a:t>Download the installer from the Releases page on GitHub.</a:t>
            </a:r>
          </a:p>
        </p:txBody>
      </p:sp>
      <p:sp>
        <p:nvSpPr>
          <p:cNvPr id="7" name="Oval 6"/>
          <p:cNvSpPr/>
          <p:nvPr/>
        </p:nvSpPr>
        <p:spPr>
          <a:xfrm>
            <a:off x="8229600" y="2788920"/>
            <a:ext cx="457200" cy="457200"/>
          </a:xfrm>
          <a:prstGeom prst="ellipse">
            <a:avLst/>
          </a:prstGeom>
          <a:solidFill>
            <a:srgbClr val="D94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Segoe UI"/>
              </a:rPr>
              <a:t>2</a:t>
            </a:r>
          </a:p>
        </p:txBody>
      </p:sp>
      <p:sp>
        <p:nvSpPr>
          <p:cNvPr id="8" name="TextBox 7"/>
          <p:cNvSpPr txBox="1"/>
          <p:nvPr/>
        </p:nvSpPr>
        <p:spPr>
          <a:xfrm>
            <a:off x="8823960" y="2743200"/>
            <a:ext cx="3246120" cy="1097280"/>
          </a:xfrm>
          <a:prstGeom prst="rect">
            <a:avLst/>
          </a:prstGeom>
          <a:noFill/>
        </p:spPr>
        <p:txBody>
          <a:bodyPr wrap="square" anchor="t">
            <a:spAutoFit/>
          </a:bodyPr>
          <a:lstStyle/>
          <a:p>
            <a:pPr algn="l"/>
            <a:r>
              <a:rPr sz="1700" b="0">
                <a:solidFill>
                  <a:srgbClr val="2B2135"/>
                </a:solidFill>
                <a:latin typeface="Segoe UI"/>
              </a:rPr>
              <a:t>Run it. The voices are included, so nothing else is downloaded.</a:t>
            </a:r>
          </a:p>
        </p:txBody>
      </p:sp>
      <p:sp>
        <p:nvSpPr>
          <p:cNvPr id="9" name="Oval 8"/>
          <p:cNvSpPr/>
          <p:nvPr/>
        </p:nvSpPr>
        <p:spPr>
          <a:xfrm>
            <a:off x="8229600" y="4069080"/>
            <a:ext cx="457200" cy="457200"/>
          </a:xfrm>
          <a:prstGeom prst="ellipse">
            <a:avLst/>
          </a:prstGeom>
          <a:solidFill>
            <a:srgbClr val="D94F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Segoe UI"/>
              </a:rPr>
              <a:t>3</a:t>
            </a:r>
          </a:p>
        </p:txBody>
      </p:sp>
      <p:sp>
        <p:nvSpPr>
          <p:cNvPr id="10" name="TextBox 9"/>
          <p:cNvSpPr txBox="1"/>
          <p:nvPr/>
        </p:nvSpPr>
        <p:spPr>
          <a:xfrm>
            <a:off x="8823960" y="4023360"/>
            <a:ext cx="3246120" cy="1097280"/>
          </a:xfrm>
          <a:prstGeom prst="rect">
            <a:avLst/>
          </a:prstGeom>
          <a:noFill/>
        </p:spPr>
        <p:txBody>
          <a:bodyPr wrap="square" anchor="t">
            <a:spAutoFit/>
          </a:bodyPr>
          <a:lstStyle/>
          <a:p>
            <a:pPr algn="l"/>
            <a:r>
              <a:rPr sz="1700" b="0">
                <a:solidFill>
                  <a:srgbClr val="2B2135"/>
                </a:solidFill>
                <a:latin typeface="Segoe UI"/>
              </a:rPr>
              <a:t>Open Deck Narrator from the Start menu.</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The Deck tab</a:t>
            </a:r>
          </a:p>
        </p:txBody>
      </p:sp>
      <p:pic>
        <p:nvPicPr>
          <p:cNvPr id="4" name="Picture 3" descr="deck-tab.png"/>
          <p:cNvPicPr>
            <a:picLocks noChangeAspect="1"/>
          </p:cNvPicPr>
          <p:nvPr/>
        </p:nvPicPr>
        <p:blipFill>
          <a:blip r:embed="rId2"/>
          <a:stretch>
            <a:fillRect/>
          </a:stretch>
        </p:blipFill>
        <p:spPr>
          <a:xfrm>
            <a:off x="548640" y="1304003"/>
            <a:ext cx="7315200" cy="5072954"/>
          </a:xfrm>
          <a:prstGeom prst="rect">
            <a:avLst/>
          </a:prstGeom>
          <a:ln w="12700">
            <a:solidFill>
              <a:srgbClr val="C9B8DD"/>
            </a:solidFill>
          </a:ln>
        </p:spPr>
      </p:pic>
      <p:sp>
        <p:nvSpPr>
          <p:cNvPr id="5" name="TextBox 4"/>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Deck: the .pptx to narrate.</a:t>
            </a:r>
          </a:p>
        </p:txBody>
      </p:sp>
      <p:sp>
        <p:nvSpPr>
          <p:cNvPr id="6" name="TextBox 5"/>
          <p:cNvSpPr txBox="1"/>
          <p:nvPr/>
        </p:nvSpPr>
        <p:spPr>
          <a:xfrm>
            <a:off x="8229600" y="2468880"/>
            <a:ext cx="3657600" cy="1097280"/>
          </a:xfrm>
          <a:prstGeom prst="rect">
            <a:avLst/>
          </a:prstGeom>
          <a:noFill/>
        </p:spPr>
        <p:txBody>
          <a:bodyPr wrap="square" anchor="t">
            <a:spAutoFit/>
          </a:bodyPr>
          <a:lstStyle/>
          <a:p>
            <a:pPr algn="l"/>
            <a:r>
              <a:rPr sz="1700" b="0">
                <a:solidFill>
                  <a:srgbClr val="2B2135"/>
                </a:solidFill>
                <a:latin typeface="Segoe UI"/>
              </a:rPr>
              <a:t>Save video as: leave it blank to save next to the deck.</a:t>
            </a:r>
          </a:p>
        </p:txBody>
      </p:sp>
      <p:sp>
        <p:nvSpPr>
          <p:cNvPr id="7" name="TextBox 6"/>
          <p:cNvSpPr txBox="1"/>
          <p:nvPr/>
        </p:nvSpPr>
        <p:spPr>
          <a:xfrm>
            <a:off x="8229600" y="3611880"/>
            <a:ext cx="3657600" cy="1097280"/>
          </a:xfrm>
          <a:prstGeom prst="rect">
            <a:avLst/>
          </a:prstGeom>
          <a:noFill/>
        </p:spPr>
        <p:txBody>
          <a:bodyPr wrap="square" anchor="t">
            <a:spAutoFit/>
          </a:bodyPr>
          <a:lstStyle/>
          <a:p>
            <a:pPr algn="l"/>
            <a:r>
              <a:rPr sz="1700" b="0">
                <a:solidFill>
                  <a:srgbClr val="2B2135"/>
                </a:solidFill>
                <a:latin typeface="Segoe UI"/>
              </a:rPr>
              <a:t>Only slides: like 3-5, or 1,4,6-8.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The Voice tab</a:t>
            </a:r>
          </a:p>
        </p:txBody>
      </p:sp>
      <p:pic>
        <p:nvPicPr>
          <p:cNvPr id="4" name="Picture 3" descr="voice-tab.png"/>
          <p:cNvPicPr>
            <a:picLocks noChangeAspect="1"/>
          </p:cNvPicPr>
          <p:nvPr/>
        </p:nvPicPr>
        <p:blipFill>
          <a:blip r:embed="rId2"/>
          <a:stretch>
            <a:fillRect/>
          </a:stretch>
        </p:blipFill>
        <p:spPr>
          <a:xfrm>
            <a:off x="548640" y="1304003"/>
            <a:ext cx="7315200" cy="5072954"/>
          </a:xfrm>
          <a:prstGeom prst="rect">
            <a:avLst/>
          </a:prstGeom>
          <a:ln w="12700">
            <a:solidFill>
              <a:srgbClr val="C9B8DD"/>
            </a:solidFill>
          </a:ln>
        </p:spPr>
      </p:pic>
      <p:pic>
        <p:nvPicPr>
          <p:cNvPr id="5" name="Picture 4" descr="voice-list.png"/>
          <p:cNvPicPr>
            <a:picLocks noChangeAspect="1"/>
          </p:cNvPicPr>
          <p:nvPr/>
        </p:nvPicPr>
        <p:blipFill>
          <a:blip r:embed="rId3"/>
          <a:stretch>
            <a:fillRect/>
          </a:stretch>
        </p:blipFill>
        <p:spPr>
          <a:xfrm>
            <a:off x="548640" y="1304003"/>
            <a:ext cx="7315200" cy="5072954"/>
          </a:xfrm>
          <a:prstGeom prst="rect">
            <a:avLst/>
          </a:prstGeom>
          <a:ln w="12700">
            <a:solidFill>
              <a:srgbClr val="C9B8DD"/>
            </a:solidFill>
          </a:ln>
        </p:spPr>
      </p:pic>
      <p:sp>
        <p:nvSpPr>
          <p:cNvPr id="6" name="TextBox 5"/>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Voice and Speed for the whole deck.</a:t>
            </a:r>
          </a:p>
        </p:txBody>
      </p:sp>
      <p:sp>
        <p:nvSpPr>
          <p:cNvPr id="7" name="TextBox 6"/>
          <p:cNvSpPr txBox="1"/>
          <p:nvPr/>
        </p:nvSpPr>
        <p:spPr>
          <a:xfrm>
            <a:off x="8229600" y="2468880"/>
            <a:ext cx="3657600" cy="1097280"/>
          </a:xfrm>
          <a:prstGeom prst="rect">
            <a:avLst/>
          </a:prstGeom>
          <a:noFill/>
        </p:spPr>
        <p:txBody>
          <a:bodyPr wrap="square" anchor="t">
            <a:spAutoFit/>
          </a:bodyPr>
          <a:lstStyle/>
          <a:p>
            <a:pPr algn="l"/>
            <a:r>
              <a:rPr sz="1700" b="0">
                <a:solidFill>
                  <a:srgbClr val="2B2135"/>
                </a:solidFill>
                <a:latin typeface="Segoe UI"/>
              </a:rPr>
              <a:t>Try it: type anything, then Play sample.</a:t>
            </a:r>
          </a:p>
        </p:txBody>
      </p:sp>
      <p:sp>
        <p:nvSpPr>
          <p:cNvPr id="8" name="TextBox 7"/>
          <p:cNvSpPr txBox="1"/>
          <p:nvPr/>
        </p:nvSpPr>
        <p:spPr>
          <a:xfrm>
            <a:off x="8229600" y="3474720"/>
            <a:ext cx="3657600" cy="1097280"/>
          </a:xfrm>
          <a:prstGeom prst="rect">
            <a:avLst/>
          </a:prstGeom>
          <a:noFill/>
        </p:spPr>
        <p:txBody>
          <a:bodyPr wrap="square" anchor="t">
            <a:spAutoFit/>
          </a:bodyPr>
          <a:lstStyle/>
          <a:p>
            <a:pPr algn="l"/>
            <a:r>
              <a:rPr sz="1700" b="0">
                <a:solidFill>
                  <a:srgbClr val="2B2135"/>
                </a:solidFill>
                <a:latin typeface="Segoe UI"/>
              </a:rPr>
              <a:t>New voices are fetched automatically, once a day.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Try a voice</a:t>
            </a:r>
          </a:p>
        </p:txBody>
      </p:sp>
      <p:pic>
        <p:nvPicPr>
          <p:cNvPr id="4" name="voice.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8640" y="1300480"/>
            <a:ext cx="7315200" cy="5080000"/>
          </a:xfrm>
          <a:prstGeom prst="rect">
            <a:avLst/>
          </a:prstGeom>
        </p:spPr>
      </p:pic>
      <p:sp>
        <p:nvSpPr>
          <p:cNvPr id="5" name="TextBox 4"/>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Recorded with sound: click the video to play it in PowerPoint.</a:t>
            </a:r>
          </a:p>
        </p:txBody>
      </p:sp>
      <p:sp>
        <p:nvSpPr>
          <p:cNvPr id="6" name="TextBox 5"/>
          <p:cNvSpPr txBox="1"/>
          <p:nvPr/>
        </p:nvSpPr>
        <p:spPr>
          <a:xfrm>
            <a:off x="8229600" y="2606040"/>
            <a:ext cx="3657600" cy="1097280"/>
          </a:xfrm>
          <a:prstGeom prst="rect">
            <a:avLst/>
          </a:prstGeom>
          <a:noFill/>
        </p:spPr>
        <p:txBody>
          <a:bodyPr wrap="square" anchor="t">
            <a:spAutoFit/>
          </a:bodyPr>
          <a:lstStyle/>
          <a:p>
            <a:pPr algn="l"/>
            <a:r>
              <a:rPr sz="1700" b="0">
                <a:solidFill>
                  <a:srgbClr val="2B2135"/>
                </a:solidFill>
                <a:latin typeface="Segoe UI"/>
              </a:rPr>
              <a:t>The built-in sentence plays instantly, in every voice.</a:t>
            </a:r>
          </a:p>
        </p:txBody>
      </p:sp>
      <p:sp>
        <p:nvSpPr>
          <p:cNvPr id="7" name="TextBox 6"/>
          <p:cNvSpPr txBox="1"/>
          <p:nvPr/>
        </p:nvSpPr>
        <p:spPr>
          <a:xfrm>
            <a:off x="8229600" y="3749039"/>
            <a:ext cx="3657600" cy="1097280"/>
          </a:xfrm>
          <a:prstGeom prst="rect">
            <a:avLst/>
          </a:prstGeom>
          <a:noFill/>
        </p:spPr>
        <p:txBody>
          <a:bodyPr wrap="square" anchor="t">
            <a:spAutoFit/>
          </a:bodyPr>
          <a:lstStyle/>
          <a:p>
            <a:pPr algn="l"/>
            <a:r>
              <a:rPr sz="1700" b="0">
                <a:solidFill>
                  <a:srgbClr val="2B2135"/>
                </a:solidFill>
                <a:latin typeface="Segoe UI"/>
              </a:rPr>
              <a:t>Your own sentence takes a few seconds once, then it's saved.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Writing the script</a:t>
            </a:r>
          </a:p>
        </p:txBody>
      </p:sp>
      <p:sp>
        <p:nvSpPr>
          <p:cNvPr id="4" name="TextBox 3"/>
          <p:cNvSpPr txBox="1"/>
          <p:nvPr/>
        </p:nvSpPr>
        <p:spPr>
          <a:xfrm>
            <a:off x="548640" y="1234440"/>
            <a:ext cx="10972800" cy="548640"/>
          </a:xfrm>
          <a:prstGeom prst="rect">
            <a:avLst/>
          </a:prstGeom>
          <a:noFill/>
        </p:spPr>
        <p:txBody>
          <a:bodyPr wrap="square" anchor="t">
            <a:spAutoFit/>
          </a:bodyPr>
          <a:lstStyle/>
          <a:p>
            <a:pPr algn="l"/>
            <a:r>
              <a:rPr sz="2000" b="0">
                <a:solidFill>
                  <a:srgbClr val="6E627C"/>
                </a:solidFill>
                <a:latin typeface="Segoe UI"/>
              </a:rPr>
              <a:t>The speaker notes are read word for word. Punctuation sets the pace.</a:t>
            </a:r>
          </a:p>
        </p:txBody>
      </p:sp>
      <p:sp>
        <p:nvSpPr>
          <p:cNvPr id="5" name="Rounded Rectangle 4"/>
          <p:cNvSpPr/>
          <p:nvPr/>
        </p:nvSpPr>
        <p:spPr>
          <a:xfrm>
            <a:off x="548640" y="2103120"/>
            <a:ext cx="11064240" cy="1051560"/>
          </a:xfrm>
          <a:prstGeom prst="roundRect">
            <a:avLst/>
          </a:prstGeom>
          <a:solidFill>
            <a:srgbClr val="FFFFFF"/>
          </a:solidFill>
          <a:ln>
            <a:solidFill>
              <a:srgbClr val="C9B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331720"/>
            <a:ext cx="4206240" cy="640080"/>
          </a:xfrm>
          <a:prstGeom prst="rect">
            <a:avLst/>
          </a:prstGeom>
          <a:noFill/>
        </p:spPr>
        <p:txBody>
          <a:bodyPr wrap="square" anchor="t">
            <a:spAutoFit/>
          </a:bodyPr>
          <a:lstStyle/>
          <a:p>
            <a:pPr algn="l"/>
            <a:r>
              <a:rPr sz="2200" b="1">
                <a:solidFill>
                  <a:srgbClr val="D94F9A"/>
                </a:solidFill>
                <a:latin typeface="Consolas"/>
              </a:rPr>
              <a:t>[click]</a:t>
            </a:r>
          </a:p>
        </p:txBody>
      </p:sp>
      <p:sp>
        <p:nvSpPr>
          <p:cNvPr id="7" name="TextBox 6"/>
          <p:cNvSpPr txBox="1"/>
          <p:nvPr/>
        </p:nvSpPr>
        <p:spPr>
          <a:xfrm>
            <a:off x="5120640" y="2359152"/>
            <a:ext cx="6400800" cy="640080"/>
          </a:xfrm>
          <a:prstGeom prst="rect">
            <a:avLst/>
          </a:prstGeom>
          <a:noFill/>
        </p:spPr>
        <p:txBody>
          <a:bodyPr wrap="square" anchor="t">
            <a:spAutoFit/>
          </a:bodyPr>
          <a:lstStyle/>
          <a:p>
            <a:pPr algn="l"/>
            <a:r>
              <a:rPr sz="1900" b="0">
                <a:solidFill>
                  <a:srgbClr val="2B2135"/>
                </a:solidFill>
                <a:latin typeface="Segoe UI"/>
              </a:rPr>
              <a:t>reveals the slide's next animation, as the narration reaches it.</a:t>
            </a:r>
          </a:p>
        </p:txBody>
      </p:sp>
      <p:sp>
        <p:nvSpPr>
          <p:cNvPr id="8" name="Rounded Rectangle 7"/>
          <p:cNvSpPr/>
          <p:nvPr/>
        </p:nvSpPr>
        <p:spPr>
          <a:xfrm>
            <a:off x="548640" y="3429000"/>
            <a:ext cx="11064240" cy="1051560"/>
          </a:xfrm>
          <a:prstGeom prst="roundRect">
            <a:avLst/>
          </a:prstGeom>
          <a:solidFill>
            <a:srgbClr val="FFFFFF"/>
          </a:solidFill>
          <a:ln>
            <a:solidFill>
              <a:srgbClr val="C9B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657600"/>
            <a:ext cx="4206240" cy="640080"/>
          </a:xfrm>
          <a:prstGeom prst="rect">
            <a:avLst/>
          </a:prstGeom>
          <a:noFill/>
        </p:spPr>
        <p:txBody>
          <a:bodyPr wrap="square" anchor="t">
            <a:spAutoFit/>
          </a:bodyPr>
          <a:lstStyle/>
          <a:p>
            <a:pPr algn="l"/>
            <a:r>
              <a:rPr sz="2200" b="1">
                <a:solidFill>
                  <a:srgbClr val="D94F9A"/>
                </a:solidFill>
                <a:latin typeface="Consolas"/>
              </a:rPr>
              <a:t>[voice: am_michael]</a:t>
            </a:r>
          </a:p>
        </p:txBody>
      </p:sp>
      <p:sp>
        <p:nvSpPr>
          <p:cNvPr id="10" name="TextBox 9"/>
          <p:cNvSpPr txBox="1"/>
          <p:nvPr/>
        </p:nvSpPr>
        <p:spPr>
          <a:xfrm>
            <a:off x="5120640" y="3685032"/>
            <a:ext cx="6400800" cy="640080"/>
          </a:xfrm>
          <a:prstGeom prst="rect">
            <a:avLst/>
          </a:prstGeom>
          <a:noFill/>
        </p:spPr>
        <p:txBody>
          <a:bodyPr wrap="square" anchor="t">
            <a:spAutoFit/>
          </a:bodyPr>
          <a:lstStyle/>
          <a:p>
            <a:pPr algn="l"/>
            <a:r>
              <a:rPr sz="1900" b="0">
                <a:solidFill>
                  <a:srgbClr val="2B2135"/>
                </a:solidFill>
                <a:latin typeface="Segoe UI"/>
              </a:rPr>
              <a:t>switches narrator. [voice: default] switches back.</a:t>
            </a:r>
          </a:p>
        </p:txBody>
      </p:sp>
      <p:sp>
        <p:nvSpPr>
          <p:cNvPr id="11" name="Rounded Rectangle 10"/>
          <p:cNvSpPr/>
          <p:nvPr/>
        </p:nvSpPr>
        <p:spPr>
          <a:xfrm>
            <a:off x="548640" y="4754879"/>
            <a:ext cx="11064240" cy="1051560"/>
          </a:xfrm>
          <a:prstGeom prst="roundRect">
            <a:avLst/>
          </a:prstGeom>
          <a:solidFill>
            <a:srgbClr val="FFFFFF"/>
          </a:solidFill>
          <a:ln>
            <a:solidFill>
              <a:srgbClr val="C9B8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983479"/>
            <a:ext cx="4206240" cy="640080"/>
          </a:xfrm>
          <a:prstGeom prst="rect">
            <a:avLst/>
          </a:prstGeom>
          <a:noFill/>
        </p:spPr>
        <p:txBody>
          <a:bodyPr wrap="square" anchor="t">
            <a:spAutoFit/>
          </a:bodyPr>
          <a:lstStyle/>
          <a:p>
            <a:pPr algn="l"/>
            <a:r>
              <a:rPr sz="2200" b="1">
                <a:solidFill>
                  <a:srgbClr val="D94F9A"/>
                </a:solidFill>
                <a:latin typeface="Consolas"/>
              </a:rPr>
              <a:t>[present](/pɹizˈɛnt/)</a:t>
            </a:r>
          </a:p>
        </p:txBody>
      </p:sp>
      <p:sp>
        <p:nvSpPr>
          <p:cNvPr id="13" name="TextBox 12"/>
          <p:cNvSpPr txBox="1"/>
          <p:nvPr/>
        </p:nvSpPr>
        <p:spPr>
          <a:xfrm>
            <a:off x="5120640" y="5010911"/>
            <a:ext cx="6400800" cy="640080"/>
          </a:xfrm>
          <a:prstGeom prst="rect">
            <a:avLst/>
          </a:prstGeom>
          <a:noFill/>
        </p:spPr>
        <p:txBody>
          <a:bodyPr wrap="square" anchor="t">
            <a:spAutoFit/>
          </a:bodyPr>
          <a:lstStyle/>
          <a:p>
            <a:pPr algn="l"/>
            <a:r>
              <a:rPr sz="1900" b="0">
                <a:solidFill>
                  <a:srgbClr val="2B2135"/>
                </a:solidFill>
                <a:latin typeface="Segoe UI"/>
              </a:rPr>
              <a:t>fixes how one word is said, with phonemes.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Check builds</a:t>
            </a:r>
          </a:p>
        </p:txBody>
      </p:sp>
      <p:pic>
        <p:nvPicPr>
          <p:cNvPr id="4" name="Picture 3" descr="check-builds-top.png"/>
          <p:cNvPicPr>
            <a:picLocks noChangeAspect="1"/>
          </p:cNvPicPr>
          <p:nvPr/>
        </p:nvPicPr>
        <p:blipFill>
          <a:blip r:embed="rId2"/>
          <a:stretch>
            <a:fillRect/>
          </a:stretch>
        </p:blipFill>
        <p:spPr>
          <a:xfrm>
            <a:off x="548640" y="1304003"/>
            <a:ext cx="7315200" cy="5072954"/>
          </a:xfrm>
          <a:prstGeom prst="rect">
            <a:avLst/>
          </a:prstGeom>
          <a:ln w="12700">
            <a:solidFill>
              <a:srgbClr val="C9B8DD"/>
            </a:solidFill>
          </a:ln>
        </p:spPr>
      </p:pic>
      <p:sp>
        <p:nvSpPr>
          <p:cNvPr id="5" name="TextBox 4"/>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Every build state of every slide.</a:t>
            </a:r>
          </a:p>
        </p:txBody>
      </p:sp>
      <p:sp>
        <p:nvSpPr>
          <p:cNvPr id="6" name="TextBox 5"/>
          <p:cNvSpPr txBox="1"/>
          <p:nvPr/>
        </p:nvSpPr>
        <p:spPr>
          <a:xfrm>
            <a:off x="8229600" y="2331720"/>
            <a:ext cx="3657600" cy="1097280"/>
          </a:xfrm>
          <a:prstGeom prst="rect">
            <a:avLst/>
          </a:prstGeom>
          <a:noFill/>
        </p:spPr>
        <p:txBody>
          <a:bodyPr wrap="square" anchor="t">
            <a:spAutoFit/>
          </a:bodyPr>
          <a:lstStyle/>
          <a:p>
            <a:pPr algn="l"/>
            <a:r>
              <a:rPr sz="1700" b="0">
                <a:solidFill>
                  <a:srgbClr val="2B2135"/>
                </a:solidFill>
                <a:latin typeface="Segoe UI"/>
              </a:rPr>
              <a:t>What appears at each click.</a:t>
            </a:r>
          </a:p>
        </p:txBody>
      </p:sp>
      <p:sp>
        <p:nvSpPr>
          <p:cNvPr id="7" name="TextBox 6"/>
          <p:cNvSpPr txBox="1"/>
          <p:nvPr/>
        </p:nvSpPr>
        <p:spPr>
          <a:xfrm>
            <a:off x="8229600" y="3200400"/>
            <a:ext cx="3657600" cy="1097280"/>
          </a:xfrm>
          <a:prstGeom prst="rect">
            <a:avLst/>
          </a:prstGeom>
          <a:noFill/>
        </p:spPr>
        <p:txBody>
          <a:bodyPr wrap="square" anchor="t">
            <a:spAutoFit/>
          </a:bodyPr>
          <a:lstStyle/>
          <a:p>
            <a:pPr algn="l"/>
            <a:r>
              <a:rPr sz="1700" b="0">
                <a:solidFill>
                  <a:srgbClr val="2B2135"/>
                </a:solidFill>
                <a:latin typeface="Segoe UI"/>
              </a:rPr>
              <a:t>Exactly which words are spoken over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Make video</a:t>
            </a:r>
          </a:p>
        </p:txBody>
      </p:sp>
      <p:pic>
        <p:nvPicPr>
          <p:cNvPr id="4" name="Picture 3" descr="make-video-done.png"/>
          <p:cNvPicPr>
            <a:picLocks noChangeAspect="1"/>
          </p:cNvPicPr>
          <p:nvPr/>
        </p:nvPicPr>
        <p:blipFill>
          <a:blip r:embed="rId2"/>
          <a:stretch>
            <a:fillRect/>
          </a:stretch>
        </p:blipFill>
        <p:spPr>
          <a:xfrm>
            <a:off x="548640" y="1304003"/>
            <a:ext cx="7315200" cy="5072954"/>
          </a:xfrm>
          <a:prstGeom prst="rect">
            <a:avLst/>
          </a:prstGeom>
          <a:ln w="12700">
            <a:solidFill>
              <a:srgbClr val="C9B8DD"/>
            </a:solidFill>
          </a:ln>
        </p:spPr>
      </p:pic>
      <p:pic>
        <p:nvPicPr>
          <p:cNvPr id="5" name="Picture 4" descr="player.png"/>
          <p:cNvPicPr>
            <a:picLocks noChangeAspect="1"/>
          </p:cNvPicPr>
          <p:nvPr/>
        </p:nvPicPr>
        <p:blipFill>
          <a:blip r:embed="rId3"/>
          <a:stretch>
            <a:fillRect/>
          </a:stretch>
        </p:blipFill>
        <p:spPr>
          <a:xfrm>
            <a:off x="731520" y="1234440"/>
            <a:ext cx="6949440" cy="5212080"/>
          </a:xfrm>
          <a:prstGeom prst="rect">
            <a:avLst/>
          </a:prstGeom>
          <a:ln w="12700">
            <a:solidFill>
              <a:srgbClr val="C9B8DD"/>
            </a:solidFill>
          </a:ln>
        </p:spPr>
      </p:pic>
      <p:sp>
        <p:nvSpPr>
          <p:cNvPr id="6" name="TextBox 5"/>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The Log tab shows every step.</a:t>
            </a:r>
          </a:p>
        </p:txBody>
      </p:sp>
      <p:sp>
        <p:nvSpPr>
          <p:cNvPr id="7" name="TextBox 6"/>
          <p:cNvSpPr txBox="1"/>
          <p:nvPr/>
        </p:nvSpPr>
        <p:spPr>
          <a:xfrm>
            <a:off x="8229600" y="2331720"/>
            <a:ext cx="3657600" cy="1097280"/>
          </a:xfrm>
          <a:prstGeom prst="rect">
            <a:avLst/>
          </a:prstGeom>
          <a:noFill/>
        </p:spPr>
        <p:txBody>
          <a:bodyPr wrap="square" anchor="t">
            <a:spAutoFit/>
          </a:bodyPr>
          <a:lstStyle/>
          <a:p>
            <a:pPr algn="l"/>
            <a:r>
              <a:rPr sz="1700" b="0">
                <a:solidFill>
                  <a:srgbClr val="2B2135"/>
                </a:solidFill>
                <a:latin typeface="Segoe UI"/>
              </a:rPr>
              <a:t>About a minute for a short deck on an ordinary processor; faster with an NVIDIA card.</a:t>
            </a:r>
          </a:p>
        </p:txBody>
      </p:sp>
      <p:sp>
        <p:nvSpPr>
          <p:cNvPr id="8" name="TextBox 7"/>
          <p:cNvSpPr txBox="1"/>
          <p:nvPr/>
        </p:nvSpPr>
        <p:spPr>
          <a:xfrm>
            <a:off x="8229600" y="3657600"/>
            <a:ext cx="3657600" cy="1097280"/>
          </a:xfrm>
          <a:prstGeom prst="rect">
            <a:avLst/>
          </a:prstGeom>
          <a:noFill/>
        </p:spPr>
        <p:txBody>
          <a:bodyPr wrap="square" anchor="t">
            <a:spAutoFit/>
          </a:bodyPr>
          <a:lstStyle/>
          <a:p>
            <a:pPr algn="l"/>
            <a:r>
              <a:rPr sz="1700" b="0">
                <a:solidFill>
                  <a:srgbClr val="2B2135"/>
                </a:solidFill>
                <a:latin typeface="Segoe UI"/>
              </a:rPr>
              <a:t>Play video and Open folder when it's done.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Make video, start to finish</a:t>
            </a:r>
          </a:p>
        </p:txBody>
      </p:sp>
      <p:pic>
        <p:nvPicPr>
          <p:cNvPr id="4" name="make-video-edi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8640" y="1268730"/>
            <a:ext cx="7315200" cy="5143500"/>
          </a:xfrm>
          <a:prstGeom prst="rect">
            <a:avLst/>
          </a:prstGeom>
        </p:spPr>
      </p:pic>
      <p:sp>
        <p:nvSpPr>
          <p:cNvPr id="5" name="TextBox 4"/>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Recorded with sound; the slow part is sped up.</a:t>
            </a:r>
          </a:p>
        </p:txBody>
      </p:sp>
      <p:sp>
        <p:nvSpPr>
          <p:cNvPr id="6" name="TextBox 5"/>
          <p:cNvSpPr txBox="1"/>
          <p:nvPr/>
        </p:nvSpPr>
        <p:spPr>
          <a:xfrm>
            <a:off x="8229600" y="2606040"/>
            <a:ext cx="3657600" cy="1097280"/>
          </a:xfrm>
          <a:prstGeom prst="rect">
            <a:avLst/>
          </a:prstGeom>
          <a:noFill/>
        </p:spPr>
        <p:txBody>
          <a:bodyPr wrap="square" anchor="t">
            <a:spAutoFit/>
          </a:bodyPr>
          <a:lstStyle/>
          <a:p>
            <a:pPr algn="l"/>
            <a:r>
              <a:rPr sz="1700" b="0">
                <a:solidFill>
                  <a:srgbClr val="2B2135"/>
                </a:solidFill>
                <a:latin typeface="Segoe UI"/>
              </a:rPr>
              <a:t>It ends with the finished video playing.</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Check pronunciation</a:t>
            </a:r>
          </a:p>
        </p:txBody>
      </p:sp>
      <p:pic>
        <p:nvPicPr>
          <p:cNvPr id="4" name="Picture 3" descr="review.png"/>
          <p:cNvPicPr>
            <a:picLocks noChangeAspect="1"/>
          </p:cNvPicPr>
          <p:nvPr/>
        </p:nvPicPr>
        <p:blipFill>
          <a:blip r:embed="rId2"/>
          <a:stretch>
            <a:fillRect/>
          </a:stretch>
        </p:blipFill>
        <p:spPr>
          <a:xfrm>
            <a:off x="797615" y="1234440"/>
            <a:ext cx="6817249" cy="5212080"/>
          </a:xfrm>
          <a:prstGeom prst="rect">
            <a:avLst/>
          </a:prstGeom>
          <a:ln w="12700">
            <a:solidFill>
              <a:srgbClr val="C9B8DD"/>
            </a:solidFill>
          </a:ln>
        </p:spPr>
      </p:pic>
      <p:pic>
        <p:nvPicPr>
          <p:cNvPr id="5" name="Picture 4" descr="review-present.png"/>
          <p:cNvPicPr>
            <a:picLocks noChangeAspect="1"/>
          </p:cNvPicPr>
          <p:nvPr/>
        </p:nvPicPr>
        <p:blipFill>
          <a:blip r:embed="rId3"/>
          <a:stretch>
            <a:fillRect/>
          </a:stretch>
        </p:blipFill>
        <p:spPr>
          <a:xfrm>
            <a:off x="797615" y="1234440"/>
            <a:ext cx="6817249" cy="5212080"/>
          </a:xfrm>
          <a:prstGeom prst="rect">
            <a:avLst/>
          </a:prstGeom>
          <a:ln w="12700">
            <a:solidFill>
              <a:srgbClr val="C9B8DD"/>
            </a:solidFill>
          </a:ln>
        </p:spPr>
      </p:pic>
      <p:pic>
        <p:nvPicPr>
          <p:cNvPr id="6" name="Picture 5" descr="review-fixed.png"/>
          <p:cNvPicPr>
            <a:picLocks noChangeAspect="1"/>
          </p:cNvPicPr>
          <p:nvPr/>
        </p:nvPicPr>
        <p:blipFill>
          <a:blip r:embed="rId4"/>
          <a:stretch>
            <a:fillRect/>
          </a:stretch>
        </p:blipFill>
        <p:spPr>
          <a:xfrm>
            <a:off x="797615" y="1234440"/>
            <a:ext cx="6817249" cy="5212080"/>
          </a:xfrm>
          <a:prstGeom prst="rect">
            <a:avLst/>
          </a:prstGeom>
          <a:ln w="12700">
            <a:solidFill>
              <a:srgbClr val="C9B8DD"/>
            </a:solidFill>
          </a:ln>
        </p:spPr>
      </p:pic>
      <p:pic>
        <p:nvPicPr>
          <p:cNvPr id="7" name="Picture 6" descr="review-recheck.png"/>
          <p:cNvPicPr>
            <a:picLocks noChangeAspect="1"/>
          </p:cNvPicPr>
          <p:nvPr/>
        </p:nvPicPr>
        <p:blipFill>
          <a:blip r:embed="rId5"/>
          <a:stretch>
            <a:fillRect/>
          </a:stretch>
        </p:blipFill>
        <p:spPr>
          <a:xfrm>
            <a:off x="797615" y="1234440"/>
            <a:ext cx="6817249" cy="5212080"/>
          </a:xfrm>
          <a:prstGeom prst="rect">
            <a:avLst/>
          </a:prstGeom>
          <a:ln w="12700">
            <a:solidFill>
              <a:srgbClr val="C9B8DD"/>
            </a:solidFill>
          </a:ln>
        </p:spPr>
      </p:pic>
      <p:sp>
        <p:nvSpPr>
          <p:cNvPr id="8" name="TextBox 7"/>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Only the words that may come out wrong.</a:t>
            </a:r>
          </a:p>
        </p:txBody>
      </p:sp>
      <p:sp>
        <p:nvSpPr>
          <p:cNvPr id="9" name="TextBox 8"/>
          <p:cNvSpPr txBox="1"/>
          <p:nvPr/>
        </p:nvSpPr>
        <p:spPr>
          <a:xfrm>
            <a:off x="8229600" y="2468880"/>
            <a:ext cx="3657600" cy="1097280"/>
          </a:xfrm>
          <a:prstGeom prst="rect">
            <a:avLst/>
          </a:prstGeom>
          <a:noFill/>
        </p:spPr>
        <p:txBody>
          <a:bodyPr wrap="square" anchor="t">
            <a:spAutoFit/>
          </a:bodyPr>
          <a:lstStyle/>
          <a:p>
            <a:pPr algn="l"/>
            <a:r>
              <a:rPr sz="1700" b="0">
                <a:solidFill>
                  <a:srgbClr val="2B2135"/>
                </a:solidFill>
                <a:latin typeface="Segoe UI"/>
              </a:rPr>
              <a:t>Play each way of saying it, then Use this.</a:t>
            </a:r>
          </a:p>
        </p:txBody>
      </p:sp>
      <p:sp>
        <p:nvSpPr>
          <p:cNvPr id="10" name="TextBox 9"/>
          <p:cNvSpPr txBox="1"/>
          <p:nvPr/>
        </p:nvSpPr>
        <p:spPr>
          <a:xfrm>
            <a:off x="8229600" y="3474720"/>
            <a:ext cx="3657600" cy="1097280"/>
          </a:xfrm>
          <a:prstGeom prst="rect">
            <a:avLst/>
          </a:prstGeom>
          <a:noFill/>
        </p:spPr>
        <p:txBody>
          <a:bodyPr wrap="square" anchor="t">
            <a:spAutoFit/>
          </a:bodyPr>
          <a:lstStyle/>
          <a:p>
            <a:pPr algn="l"/>
            <a:r>
              <a:rPr sz="1700" b="0">
                <a:solidFill>
                  <a:srgbClr val="2B2135"/>
                </a:solidFill>
                <a:latin typeface="Segoe UI"/>
              </a:rPr>
              <a:t>Or type a spelling under Sounds like.</a:t>
            </a:r>
          </a:p>
        </p:txBody>
      </p:sp>
      <p:sp>
        <p:nvSpPr>
          <p:cNvPr id="11" name="TextBox 10"/>
          <p:cNvSpPr txBox="1"/>
          <p:nvPr/>
        </p:nvSpPr>
        <p:spPr>
          <a:xfrm>
            <a:off x="8229600" y="4480560"/>
            <a:ext cx="3657600" cy="1097280"/>
          </a:xfrm>
          <a:prstGeom prst="rect">
            <a:avLst/>
          </a:prstGeom>
          <a:noFill/>
        </p:spPr>
        <p:txBody>
          <a:bodyPr wrap="square" anchor="t">
            <a:spAutoFit/>
          </a:bodyPr>
          <a:lstStyle/>
          <a:p>
            <a:pPr algn="l"/>
            <a:r>
              <a:rPr sz="1700" b="0">
                <a:solidFill>
                  <a:srgbClr val="2B2135"/>
                </a:solidFill>
                <a:latin typeface="Segoe UI"/>
              </a:rPr>
              <a:t>The original deck is kept, the first time.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Fixing words, with sound</a:t>
            </a:r>
          </a:p>
        </p:txBody>
      </p:sp>
      <p:pic>
        <p:nvPicPr>
          <p:cNvPr id="4" name="pronunciatio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8640" y="1268730"/>
            <a:ext cx="7315200" cy="5143500"/>
          </a:xfrm>
          <a:prstGeom prst="rect">
            <a:avLst/>
          </a:prstGeom>
        </p:spPr>
      </p:pic>
      <p:sp>
        <p:nvSpPr>
          <p:cNvPr id="5" name="TextBox 4"/>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Recorded with sound: click the video to play it in PowerPoint.</a:t>
            </a:r>
          </a:p>
        </p:txBody>
      </p:sp>
      <p:sp>
        <p:nvSpPr>
          <p:cNvPr id="6" name="TextBox 5"/>
          <p:cNvSpPr txBox="1"/>
          <p:nvPr/>
        </p:nvSpPr>
        <p:spPr>
          <a:xfrm>
            <a:off x="8229600" y="2606040"/>
            <a:ext cx="3657600" cy="1097280"/>
          </a:xfrm>
          <a:prstGeom prst="rect">
            <a:avLst/>
          </a:prstGeom>
          <a:noFill/>
        </p:spPr>
        <p:txBody>
          <a:bodyPr wrap="square" anchor="t">
            <a:spAutoFit/>
          </a:bodyPr>
          <a:lstStyle/>
          <a:p>
            <a:pPr algn="l"/>
            <a:r>
              <a:rPr sz="1700" b="0">
                <a:solidFill>
                  <a:srgbClr val="2B2135"/>
                </a:solidFill>
                <a:latin typeface="Segoe UI"/>
              </a:rPr>
              <a:t>Spelled out, then engine x, then both readings of present.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Pronunciation files</a:t>
            </a:r>
          </a:p>
        </p:txBody>
      </p:sp>
      <p:pic>
        <p:nvPicPr>
          <p:cNvPr id="4" name="Picture 3" descr="notepad-edited.png"/>
          <p:cNvPicPr>
            <a:picLocks noChangeAspect="1"/>
          </p:cNvPicPr>
          <p:nvPr/>
        </p:nvPicPr>
        <p:blipFill>
          <a:blip r:embed="rId2"/>
          <a:stretch>
            <a:fillRect/>
          </a:stretch>
        </p:blipFill>
        <p:spPr>
          <a:xfrm>
            <a:off x="548640" y="1365086"/>
            <a:ext cx="7315200" cy="4950788"/>
          </a:xfrm>
          <a:prstGeom prst="rect">
            <a:avLst/>
          </a:prstGeom>
          <a:ln w="12700">
            <a:solidFill>
              <a:srgbClr val="C9B8DD"/>
            </a:solidFill>
          </a:ln>
        </p:spPr>
      </p:pic>
      <p:pic>
        <p:nvPicPr>
          <p:cNvPr id="5" name="Picture 4" descr="phonemes-for-2.png"/>
          <p:cNvPicPr>
            <a:picLocks noChangeAspect="1"/>
          </p:cNvPicPr>
          <p:nvPr/>
        </p:nvPicPr>
        <p:blipFill>
          <a:blip r:embed="rId3"/>
          <a:stretch>
            <a:fillRect/>
          </a:stretch>
        </p:blipFill>
        <p:spPr>
          <a:xfrm>
            <a:off x="548640" y="1304003"/>
            <a:ext cx="7315200" cy="5072954"/>
          </a:xfrm>
          <a:prstGeom prst="rect">
            <a:avLst/>
          </a:prstGeom>
          <a:ln w="12700">
            <a:solidFill>
              <a:srgbClr val="C9B8DD"/>
            </a:solidFill>
          </a:ln>
        </p:spPr>
      </p:pic>
      <p:sp>
        <p:nvSpPr>
          <p:cNvPr id="6" name="TextBox 5"/>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New... starts a file from a template; Edit opens it in Notepad.</a:t>
            </a:r>
          </a:p>
        </p:txBody>
      </p:sp>
      <p:sp>
        <p:nvSpPr>
          <p:cNvPr id="7" name="TextBox 6"/>
          <p:cNvSpPr txBox="1"/>
          <p:nvPr/>
        </p:nvSpPr>
        <p:spPr>
          <a:xfrm>
            <a:off x="8229600" y="2606040"/>
            <a:ext cx="3657600" cy="1097280"/>
          </a:xfrm>
          <a:prstGeom prst="rect">
            <a:avLst/>
          </a:prstGeom>
          <a:noFill/>
        </p:spPr>
        <p:txBody>
          <a:bodyPr wrap="square" anchor="t">
            <a:spAutoFit/>
          </a:bodyPr>
          <a:lstStyle/>
          <a:p>
            <a:pPr algn="l"/>
            <a:r>
              <a:rPr sz="1700" b="0">
                <a:solidFill>
                  <a:srgbClr val="2B2135"/>
                </a:solidFill>
                <a:latin typeface="Segoe UI"/>
              </a:rPr>
              <a:t>One rule per line: word=what to say.</a:t>
            </a:r>
          </a:p>
        </p:txBody>
      </p:sp>
      <p:sp>
        <p:nvSpPr>
          <p:cNvPr id="8" name="TextBox 7"/>
          <p:cNvSpPr txBox="1"/>
          <p:nvPr/>
        </p:nvSpPr>
        <p:spPr>
          <a:xfrm>
            <a:off x="8229600" y="3566160"/>
            <a:ext cx="3657600" cy="1097280"/>
          </a:xfrm>
          <a:prstGeom prst="rect">
            <a:avLst/>
          </a:prstGeom>
          <a:noFill/>
        </p:spPr>
        <p:txBody>
          <a:bodyPr wrap="square" anchor="t">
            <a:spAutoFit/>
          </a:bodyPr>
          <a:lstStyle/>
          <a:p>
            <a:pPr algn="l"/>
            <a:r>
              <a:rPr sz="1700" b="0">
                <a:solidFill>
                  <a:srgbClr val="2B2135"/>
                </a:solidFill>
                <a:latin typeface="Segoe UI"/>
              </a:rPr>
              <a:t>Phonemes for shows exactly how anything will be said.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A pronunciation file, step by step</a:t>
            </a:r>
          </a:p>
        </p:txBody>
      </p:sp>
      <p:pic>
        <p:nvPicPr>
          <p:cNvPr id="4" name="dictiona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8640" y="1268730"/>
            <a:ext cx="7315200" cy="5143500"/>
          </a:xfrm>
          <a:prstGeom prst="rect">
            <a:avLst/>
          </a:prstGeom>
        </p:spPr>
      </p:pic>
      <p:sp>
        <p:nvSpPr>
          <p:cNvPr id="5" name="TextBox 4"/>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New..., Edit, add a rule, save.</a:t>
            </a:r>
          </a:p>
        </p:txBody>
      </p:sp>
      <p:sp>
        <p:nvSpPr>
          <p:cNvPr id="6" name="TextBox 5"/>
          <p:cNvSpPr txBox="1"/>
          <p:nvPr/>
        </p:nvSpPr>
        <p:spPr>
          <a:xfrm>
            <a:off x="8229600" y="2468880"/>
            <a:ext cx="3657600" cy="1097280"/>
          </a:xfrm>
          <a:prstGeom prst="rect">
            <a:avLst/>
          </a:prstGeom>
          <a:noFill/>
        </p:spPr>
        <p:txBody>
          <a:bodyPr wrap="square" anchor="t">
            <a:spAutoFit/>
          </a:bodyPr>
          <a:lstStyle/>
          <a:p>
            <a:pPr algn="l"/>
            <a:r>
              <a:rPr sz="1700" b="0">
                <a:solidFill>
                  <a:srgbClr val="2B2135"/>
                </a:solidFill>
                <a:latin typeface="Segoe UI"/>
              </a:rPr>
              <a:t>Then Phonemes for, on two sentences.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822960"/>
          </a:xfrm>
          <a:prstGeom prst="rect">
            <a:avLst/>
          </a:prstGeom>
          <a:noFill/>
        </p:spPr>
        <p:txBody>
          <a:bodyPr wrap="square" anchor="t">
            <a:spAutoFit/>
          </a:bodyPr>
          <a:lstStyle/>
          <a:p>
            <a:pPr algn="l"/>
            <a:r>
              <a:rPr sz="3400" b="1">
                <a:solidFill>
                  <a:srgbClr val="8E63B5"/>
                </a:solidFill>
                <a:latin typeface="Segoe UI"/>
              </a:rPr>
              <a:t>Options and updates</a:t>
            </a:r>
          </a:p>
        </p:txBody>
      </p:sp>
      <p:pic>
        <p:nvPicPr>
          <p:cNvPr id="4" name="Picture 3" descr="update-check.png"/>
          <p:cNvPicPr>
            <a:picLocks noChangeAspect="1"/>
          </p:cNvPicPr>
          <p:nvPr/>
        </p:nvPicPr>
        <p:blipFill>
          <a:blip r:embed="rId2"/>
          <a:stretch>
            <a:fillRect/>
          </a:stretch>
        </p:blipFill>
        <p:spPr>
          <a:xfrm>
            <a:off x="548640" y="1304003"/>
            <a:ext cx="7315200" cy="5072954"/>
          </a:xfrm>
          <a:prstGeom prst="rect">
            <a:avLst/>
          </a:prstGeom>
          <a:ln w="12700">
            <a:solidFill>
              <a:srgbClr val="C9B8DD"/>
            </a:solidFill>
          </a:ln>
        </p:spPr>
      </p:pic>
      <p:sp>
        <p:nvSpPr>
          <p:cNvPr id="5" name="TextBox 4"/>
          <p:cNvSpPr txBox="1"/>
          <p:nvPr/>
        </p:nvSpPr>
        <p:spPr>
          <a:xfrm>
            <a:off x="8229600" y="1463040"/>
            <a:ext cx="3657600" cy="1097280"/>
          </a:xfrm>
          <a:prstGeom prst="rect">
            <a:avLst/>
          </a:prstGeom>
          <a:noFill/>
        </p:spPr>
        <p:txBody>
          <a:bodyPr wrap="square" anchor="t">
            <a:spAutoFit/>
          </a:bodyPr>
          <a:lstStyle/>
          <a:p>
            <a:pPr algn="l"/>
            <a:r>
              <a:rPr sz="1700" b="0">
                <a:solidFill>
                  <a:srgbClr val="2B2135"/>
                </a:solidFill>
                <a:latin typeface="Segoe UI"/>
              </a:rPr>
              <a:t>Pauses, slides with no notes, animations, temp files.</a:t>
            </a:r>
          </a:p>
        </p:txBody>
      </p:sp>
      <p:sp>
        <p:nvSpPr>
          <p:cNvPr id="6" name="TextBox 5"/>
          <p:cNvSpPr txBox="1"/>
          <p:nvPr/>
        </p:nvSpPr>
        <p:spPr>
          <a:xfrm>
            <a:off x="8229600" y="2606040"/>
            <a:ext cx="3657600" cy="1097280"/>
          </a:xfrm>
          <a:prstGeom prst="rect">
            <a:avLst/>
          </a:prstGeom>
          <a:noFill/>
        </p:spPr>
        <p:txBody>
          <a:bodyPr wrap="square" anchor="t">
            <a:spAutoFit/>
          </a:bodyPr>
          <a:lstStyle/>
          <a:p>
            <a:pPr algn="l"/>
            <a:r>
              <a:rPr sz="1700" b="0">
                <a:solidFill>
                  <a:srgbClr val="2B2135"/>
                </a:solidFill>
                <a:latin typeface="Segoe UI"/>
              </a:rPr>
              <a:t>Draw slides with PowerPoint or LibreOffice; voice on CPU or GPU.</a:t>
            </a:r>
          </a:p>
        </p:txBody>
      </p:sp>
      <p:sp>
        <p:nvSpPr>
          <p:cNvPr id="7" name="TextBox 6"/>
          <p:cNvSpPr txBox="1"/>
          <p:nvPr/>
        </p:nvSpPr>
        <p:spPr>
          <a:xfrm>
            <a:off x="8229600" y="3749039"/>
            <a:ext cx="3657600" cy="1097280"/>
          </a:xfrm>
          <a:prstGeom prst="rect">
            <a:avLst/>
          </a:prstGeom>
          <a:noFill/>
        </p:spPr>
        <p:txBody>
          <a:bodyPr wrap="square" anchor="t">
            <a:spAutoFit/>
          </a:bodyPr>
          <a:lstStyle/>
          <a:p>
            <a:pPr algn="l"/>
            <a:r>
              <a:rPr sz="1700" b="0">
                <a:solidFill>
                  <a:srgbClr val="2B2135"/>
                </a:solidFill>
                <a:latin typeface="Segoe UI"/>
              </a:rPr>
              <a:t>Checks GitHub once a day; Update appears when there's a new version.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2FB"/>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8E63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515600" cy="914400"/>
          </a:xfrm>
          <a:prstGeom prst="rect">
            <a:avLst/>
          </a:prstGeom>
          <a:noFill/>
        </p:spPr>
        <p:txBody>
          <a:bodyPr wrap="square" anchor="t">
            <a:spAutoFit/>
          </a:bodyPr>
          <a:lstStyle/>
          <a:p>
            <a:pPr algn="l"/>
            <a:r>
              <a:rPr sz="4800" b="1">
                <a:solidFill>
                  <a:srgbClr val="8E63B5"/>
                </a:solidFill>
                <a:latin typeface="Segoe UI"/>
              </a:rPr>
              <a:t>That's the tour</a:t>
            </a:r>
          </a:p>
        </p:txBody>
      </p:sp>
      <p:sp>
        <p:nvSpPr>
          <p:cNvPr id="4" name="TextBox 3"/>
          <p:cNvSpPr txBox="1"/>
          <p:nvPr/>
        </p:nvSpPr>
        <p:spPr>
          <a:xfrm>
            <a:off x="731520" y="2834640"/>
            <a:ext cx="10789920" cy="731520"/>
          </a:xfrm>
          <a:prstGeom prst="rect">
            <a:avLst/>
          </a:prstGeom>
          <a:noFill/>
        </p:spPr>
        <p:txBody>
          <a:bodyPr wrap="square" anchor="t">
            <a:spAutoFit/>
          </a:bodyPr>
          <a:lstStyle/>
          <a:p>
            <a:pPr algn="l"/>
            <a:r>
              <a:rPr sz="2400" b="0">
                <a:solidFill>
                  <a:srgbClr val="2B2135"/>
                </a:solidFill>
                <a:latin typeface="Segoe UI"/>
              </a:rPr>
              <a:t>Notes  →  voice  →  Check builds  →  Check pronunciation  →  Make video</a:t>
            </a:r>
          </a:p>
        </p:txBody>
      </p:sp>
      <p:sp>
        <p:nvSpPr>
          <p:cNvPr id="5" name="TextBox 4"/>
          <p:cNvSpPr txBox="1"/>
          <p:nvPr/>
        </p:nvSpPr>
        <p:spPr>
          <a:xfrm>
            <a:off x="731520" y="3931920"/>
            <a:ext cx="10515600" cy="640080"/>
          </a:xfrm>
          <a:prstGeom prst="rect">
            <a:avLst/>
          </a:prstGeom>
          <a:noFill/>
        </p:spPr>
        <p:txBody>
          <a:bodyPr wrap="square" anchor="t">
            <a:spAutoFit/>
          </a:bodyPr>
          <a:lstStyle/>
          <a:p>
            <a:pPr algn="l"/>
            <a:r>
              <a:rPr sz="2600" b="1">
                <a:solidFill>
                  <a:srgbClr val="D94F9A"/>
                </a:solidFill>
                <a:latin typeface="Segoe UI"/>
              </a:rPr>
              <a:t>github.com/mikesimone/deck-narrator</a:t>
            </a:r>
          </a:p>
        </p:txBody>
      </p:sp>
      <p:sp>
        <p:nvSpPr>
          <p:cNvPr id="6" name="TextBox 5"/>
          <p:cNvSpPr txBox="1"/>
          <p:nvPr/>
        </p:nvSpPr>
        <p:spPr>
          <a:xfrm>
            <a:off x="731520" y="4663440"/>
            <a:ext cx="10515600" cy="640080"/>
          </a:xfrm>
          <a:prstGeom prst="rect">
            <a:avLst/>
          </a:prstGeom>
          <a:noFill/>
        </p:spPr>
        <p:txBody>
          <a:bodyPr wrap="square" anchor="t">
            <a:spAutoFit/>
          </a:bodyPr>
          <a:lstStyle/>
          <a:p>
            <a:pPr algn="l"/>
            <a:r>
              <a:rPr sz="1800" b="0">
                <a:solidFill>
                  <a:srgbClr val="6E627C"/>
                </a:solidFill>
                <a:latin typeface="Segoe UI"/>
              </a:rPr>
              <a:t>Free and open source. This video was made with Deck Narrator, from this deck's speaker notes.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