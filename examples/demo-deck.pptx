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a slide that builds. [click] First, the first bullet appears. [click] Then the second one. [click] And finally the third.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Box A starts on screen, and the subtitle fades in by itself. [click] Boxes B and C arrive together. [click] Now box A is gone.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default voice, opening the show. [voice: am_michael] And I'm the second voice, an American man. [voice: bf_emma] I'm British, and slightly louder than you'd think. [voice: default] Back to the default. [voice: am_michael] Michael gets the last word on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Still Michael here, because no marker switched me 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Builds: bullets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bullet</a:t>
            </a:r>
          </a:p>
          <a:p>
            <a:r>
              <a:t>Second bullet</a:t>
            </a:r>
          </a:p>
          <a:p>
            <a:r>
              <a:t>Third bullet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Builds: shapes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Subtitle that fades in on its own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926080"/>
            <a:ext cx="2926080" cy="1463040"/>
          </a:xfrm>
          <a:prstGeom prst="rect">
            <a:avLst/>
          </a:prstGeom>
          <a:solidFill>
            <a:srgbClr val="4472C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800"/>
              <a:t>Box A (leaves on click 2)</a:t>
            </a:r>
          </a:p>
        </p:txBody>
      </p:sp>
      <p:sp>
        <p:nvSpPr>
          <p:cNvPr id="5" name="Rectangle 4"/>
          <p:cNvSpPr/>
          <p:nvPr/>
        </p:nvSpPr>
        <p:spPr>
          <a:xfrm>
            <a:off x="4480560" y="2926080"/>
            <a:ext cx="2926080" cy="1463040"/>
          </a:xfrm>
          <a:prstGeom prst="rect">
            <a:avLst/>
          </a:prstGeom>
          <a:solidFill>
            <a:srgbClr val="70AD4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800"/>
              <a:t>Box B (click 1)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0" y="2926080"/>
            <a:ext cx="2926080" cy="1463040"/>
          </a:xfrm>
          <a:prstGeom prst="rect">
            <a:avLst/>
          </a:prstGeom>
          <a:solidFill>
            <a:srgbClr val="ED7D3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800"/>
              <a:t>Box C (with B)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1" dur="25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Voices: a conversation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Voices: carry-over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Builds without notes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2743200"/>
            <a:ext cx="2926080" cy="1463040"/>
          </a:xfrm>
          <a:prstGeom prst="rect">
            <a:avLst/>
          </a:prstGeom>
          <a:solidFill>
            <a:srgbClr val="7030A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800"/>
              <a:t>Appears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0" y="2743200"/>
            <a:ext cx="2926080" cy="1463040"/>
          </a:xfrm>
          <a:prstGeom prst="rect">
            <a:avLst/>
          </a:prstGeom>
          <a:solidFill>
            <a:srgbClr val="C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800"/>
              <a:t>Then this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